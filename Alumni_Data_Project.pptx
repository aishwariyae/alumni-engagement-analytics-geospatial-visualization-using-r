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3" r:id="rId4"/>
    <p:sldId id="274" r:id="rId5"/>
    <p:sldId id="275" r:id="rId6"/>
    <p:sldId id="260" r:id="rId7"/>
    <p:sldId id="259" r:id="rId8"/>
    <p:sldId id="261" r:id="rId9"/>
    <p:sldId id="258" r:id="rId10"/>
    <p:sldId id="269" r:id="rId11"/>
    <p:sldId id="262" r:id="rId12"/>
    <p:sldId id="265" r:id="rId13"/>
    <p:sldId id="266" r:id="rId14"/>
    <p:sldId id="268" r:id="rId15"/>
    <p:sldId id="263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2760C-2F55-4906-91F2-A6D8B9F99ACD}" v="542" dt="2026-04-20T21:03:32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F3ADD4-BBA5-4A68-B3A8-D6F7866441D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445259-553F-4BB4-A033-06BB6DFEEF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states are the most alumni located in?</a:t>
          </a:r>
        </a:p>
      </dgm:t>
    </dgm:pt>
    <dgm:pt modelId="{829D3C57-123D-4A9D-A370-BFBBAB154D9A}" type="parTrans" cxnId="{B568CA07-5C59-46F5-88BB-5EFE4DF19A7A}">
      <dgm:prSet/>
      <dgm:spPr/>
      <dgm:t>
        <a:bodyPr/>
        <a:lstStyle/>
        <a:p>
          <a:endParaRPr lang="en-US"/>
        </a:p>
      </dgm:t>
    </dgm:pt>
    <dgm:pt modelId="{BD850486-2D4D-4751-B18B-CB5F514E6BF3}" type="sibTrans" cxnId="{B568CA07-5C59-46F5-88BB-5EFE4DF19A7A}">
      <dgm:prSet/>
      <dgm:spPr/>
      <dgm:t>
        <a:bodyPr/>
        <a:lstStyle/>
        <a:p>
          <a:endParaRPr lang="en-US"/>
        </a:p>
      </dgm:t>
    </dgm:pt>
    <dgm:pt modelId="{7C03DBB5-04AF-4220-A93B-244AB5B5E2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Where would it be best to hold future alumni events?</a:t>
          </a:r>
        </a:p>
      </dgm:t>
    </dgm:pt>
    <dgm:pt modelId="{57D4E85A-0162-48F4-AE6E-75A972719131}" type="parTrans" cxnId="{11D36471-56DD-47E8-974A-3BAF8B30F352}">
      <dgm:prSet/>
      <dgm:spPr/>
      <dgm:t>
        <a:bodyPr/>
        <a:lstStyle/>
        <a:p>
          <a:endParaRPr lang="en-US"/>
        </a:p>
      </dgm:t>
    </dgm:pt>
    <dgm:pt modelId="{CAE924DA-BA0C-4CA0-AB28-AB6168E4A35F}" type="sibTrans" cxnId="{11D36471-56DD-47E8-974A-3BAF8B30F352}">
      <dgm:prSet/>
      <dgm:spPr/>
      <dgm:t>
        <a:bodyPr/>
        <a:lstStyle/>
        <a:p>
          <a:endParaRPr lang="en-US"/>
        </a:p>
      </dgm:t>
    </dgm:pt>
    <dgm:pt modelId="{E2C4B861-8ABD-4B55-9C3C-A30BF9F2D3E8}" type="pres">
      <dgm:prSet presAssocID="{86F3ADD4-BBA5-4A68-B3A8-D6F7866441D6}" presName="root" presStyleCnt="0">
        <dgm:presLayoutVars>
          <dgm:dir/>
          <dgm:resizeHandles val="exact"/>
        </dgm:presLayoutVars>
      </dgm:prSet>
      <dgm:spPr/>
    </dgm:pt>
    <dgm:pt modelId="{448BE0ED-EDC1-424E-BABF-F1D8C451F25C}" type="pres">
      <dgm:prSet presAssocID="{7A445259-553F-4BB4-A033-06BB6DFEEF11}" presName="compNode" presStyleCnt="0"/>
      <dgm:spPr/>
    </dgm:pt>
    <dgm:pt modelId="{BA28B4BB-F974-4D8B-87A0-441B96CEC087}" type="pres">
      <dgm:prSet presAssocID="{7A445259-553F-4BB4-A033-06BB6DFEEF11}" presName="bgRect" presStyleLbl="bgShp" presStyleIdx="0" presStyleCnt="2"/>
      <dgm:spPr/>
    </dgm:pt>
    <dgm:pt modelId="{E5F96A79-6AB7-4213-90DB-2F3514741C60}" type="pres">
      <dgm:prSet presAssocID="{7A445259-553F-4BB4-A033-06BB6DFEEF1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806534C0-9891-4836-BAA5-72722ADD0E19}" type="pres">
      <dgm:prSet presAssocID="{7A445259-553F-4BB4-A033-06BB6DFEEF11}" presName="spaceRect" presStyleCnt="0"/>
      <dgm:spPr/>
    </dgm:pt>
    <dgm:pt modelId="{FD2ABB6C-2C8F-4B7F-B5DD-AD7BFA0630CF}" type="pres">
      <dgm:prSet presAssocID="{7A445259-553F-4BB4-A033-06BB6DFEEF11}" presName="parTx" presStyleLbl="revTx" presStyleIdx="0" presStyleCnt="2">
        <dgm:presLayoutVars>
          <dgm:chMax val="0"/>
          <dgm:chPref val="0"/>
        </dgm:presLayoutVars>
      </dgm:prSet>
      <dgm:spPr/>
    </dgm:pt>
    <dgm:pt modelId="{0B5F0F6D-75BB-4E5B-AC73-E81ACECDBFC3}" type="pres">
      <dgm:prSet presAssocID="{BD850486-2D4D-4751-B18B-CB5F514E6BF3}" presName="sibTrans" presStyleCnt="0"/>
      <dgm:spPr/>
    </dgm:pt>
    <dgm:pt modelId="{3C4B0782-9CFB-4897-B751-3A51B8197483}" type="pres">
      <dgm:prSet presAssocID="{7C03DBB5-04AF-4220-A93B-244AB5B5E23D}" presName="compNode" presStyleCnt="0"/>
      <dgm:spPr/>
    </dgm:pt>
    <dgm:pt modelId="{9EE87879-17B0-43B4-B2E6-5E99AFEA322F}" type="pres">
      <dgm:prSet presAssocID="{7C03DBB5-04AF-4220-A93B-244AB5B5E23D}" presName="bgRect" presStyleLbl="bgShp" presStyleIdx="1" presStyleCnt="2"/>
      <dgm:spPr/>
    </dgm:pt>
    <dgm:pt modelId="{0E41E5D0-AF71-4FC3-B648-DB8296D63A49}" type="pres">
      <dgm:prSet presAssocID="{7C03DBB5-04AF-4220-A93B-244AB5B5E23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99BAA4D-65A8-4F6E-8E1F-262B4AD22012}" type="pres">
      <dgm:prSet presAssocID="{7C03DBB5-04AF-4220-A93B-244AB5B5E23D}" presName="spaceRect" presStyleCnt="0"/>
      <dgm:spPr/>
    </dgm:pt>
    <dgm:pt modelId="{A75F8BF9-4CE6-43B7-9751-79AC03A3FF00}" type="pres">
      <dgm:prSet presAssocID="{7C03DBB5-04AF-4220-A93B-244AB5B5E2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9AF00-8571-43FD-88CB-D74584BFF87E}" type="presOf" srcId="{7C03DBB5-04AF-4220-A93B-244AB5B5E23D}" destId="{A75F8BF9-4CE6-43B7-9751-79AC03A3FF00}" srcOrd="0" destOrd="0" presId="urn:microsoft.com/office/officeart/2018/2/layout/IconVerticalSolidList"/>
    <dgm:cxn modelId="{B568CA07-5C59-46F5-88BB-5EFE4DF19A7A}" srcId="{86F3ADD4-BBA5-4A68-B3A8-D6F7866441D6}" destId="{7A445259-553F-4BB4-A033-06BB6DFEEF11}" srcOrd="0" destOrd="0" parTransId="{829D3C57-123D-4A9D-A370-BFBBAB154D9A}" sibTransId="{BD850486-2D4D-4751-B18B-CB5F514E6BF3}"/>
    <dgm:cxn modelId="{11D36471-56DD-47E8-974A-3BAF8B30F352}" srcId="{86F3ADD4-BBA5-4A68-B3A8-D6F7866441D6}" destId="{7C03DBB5-04AF-4220-A93B-244AB5B5E23D}" srcOrd="1" destOrd="0" parTransId="{57D4E85A-0162-48F4-AE6E-75A972719131}" sibTransId="{CAE924DA-BA0C-4CA0-AB28-AB6168E4A35F}"/>
    <dgm:cxn modelId="{C37253C1-0DE7-477A-83ED-7C5191338FF8}" type="presOf" srcId="{86F3ADD4-BBA5-4A68-B3A8-D6F7866441D6}" destId="{E2C4B861-8ABD-4B55-9C3C-A30BF9F2D3E8}" srcOrd="0" destOrd="0" presId="urn:microsoft.com/office/officeart/2018/2/layout/IconVerticalSolidList"/>
    <dgm:cxn modelId="{5B0895D5-1233-4333-8554-1089DFB0730A}" type="presOf" srcId="{7A445259-553F-4BB4-A033-06BB6DFEEF11}" destId="{FD2ABB6C-2C8F-4B7F-B5DD-AD7BFA0630CF}" srcOrd="0" destOrd="0" presId="urn:microsoft.com/office/officeart/2018/2/layout/IconVerticalSolidList"/>
    <dgm:cxn modelId="{EEB12691-4283-4258-AD19-6F9651DACBB1}" type="presParOf" srcId="{E2C4B861-8ABD-4B55-9C3C-A30BF9F2D3E8}" destId="{448BE0ED-EDC1-424E-BABF-F1D8C451F25C}" srcOrd="0" destOrd="0" presId="urn:microsoft.com/office/officeart/2018/2/layout/IconVerticalSolidList"/>
    <dgm:cxn modelId="{DE1F4299-0901-4407-9348-D567A7DD53A9}" type="presParOf" srcId="{448BE0ED-EDC1-424E-BABF-F1D8C451F25C}" destId="{BA28B4BB-F974-4D8B-87A0-441B96CEC087}" srcOrd="0" destOrd="0" presId="urn:microsoft.com/office/officeart/2018/2/layout/IconVerticalSolidList"/>
    <dgm:cxn modelId="{49EF414C-B5A3-41FA-B19B-10512C9C3077}" type="presParOf" srcId="{448BE0ED-EDC1-424E-BABF-F1D8C451F25C}" destId="{E5F96A79-6AB7-4213-90DB-2F3514741C60}" srcOrd="1" destOrd="0" presId="urn:microsoft.com/office/officeart/2018/2/layout/IconVerticalSolidList"/>
    <dgm:cxn modelId="{DB828F7B-7C43-4961-9D0E-80FF66430E90}" type="presParOf" srcId="{448BE0ED-EDC1-424E-BABF-F1D8C451F25C}" destId="{806534C0-9891-4836-BAA5-72722ADD0E19}" srcOrd="2" destOrd="0" presId="urn:microsoft.com/office/officeart/2018/2/layout/IconVerticalSolidList"/>
    <dgm:cxn modelId="{DF8D05FD-BE9E-4712-B774-EC73277B89C4}" type="presParOf" srcId="{448BE0ED-EDC1-424E-BABF-F1D8C451F25C}" destId="{FD2ABB6C-2C8F-4B7F-B5DD-AD7BFA0630CF}" srcOrd="3" destOrd="0" presId="urn:microsoft.com/office/officeart/2018/2/layout/IconVerticalSolidList"/>
    <dgm:cxn modelId="{1BEB5F92-894E-4BF1-B0A0-C525A09C0DF9}" type="presParOf" srcId="{E2C4B861-8ABD-4B55-9C3C-A30BF9F2D3E8}" destId="{0B5F0F6D-75BB-4E5B-AC73-E81ACECDBFC3}" srcOrd="1" destOrd="0" presId="urn:microsoft.com/office/officeart/2018/2/layout/IconVerticalSolidList"/>
    <dgm:cxn modelId="{A98785BD-75E5-4942-B2A9-2C0F120F6775}" type="presParOf" srcId="{E2C4B861-8ABD-4B55-9C3C-A30BF9F2D3E8}" destId="{3C4B0782-9CFB-4897-B751-3A51B8197483}" srcOrd="2" destOrd="0" presId="urn:microsoft.com/office/officeart/2018/2/layout/IconVerticalSolidList"/>
    <dgm:cxn modelId="{1BB8B73F-58B9-4A52-9CB9-811EDF2EE840}" type="presParOf" srcId="{3C4B0782-9CFB-4897-B751-3A51B8197483}" destId="{9EE87879-17B0-43B4-B2E6-5E99AFEA322F}" srcOrd="0" destOrd="0" presId="urn:microsoft.com/office/officeart/2018/2/layout/IconVerticalSolidList"/>
    <dgm:cxn modelId="{2C001937-7DBD-4BAC-8D9B-E935C46E212E}" type="presParOf" srcId="{3C4B0782-9CFB-4897-B751-3A51B8197483}" destId="{0E41E5D0-AF71-4FC3-B648-DB8296D63A49}" srcOrd="1" destOrd="0" presId="urn:microsoft.com/office/officeart/2018/2/layout/IconVerticalSolidList"/>
    <dgm:cxn modelId="{8BB0E9AF-DC00-4C0D-A9BA-93A1236901E3}" type="presParOf" srcId="{3C4B0782-9CFB-4897-B751-3A51B8197483}" destId="{F99BAA4D-65A8-4F6E-8E1F-262B4AD22012}" srcOrd="2" destOrd="0" presId="urn:microsoft.com/office/officeart/2018/2/layout/IconVerticalSolidList"/>
    <dgm:cxn modelId="{BA12FDF4-B699-4D30-BF6D-09ADC54D3128}" type="presParOf" srcId="{3C4B0782-9CFB-4897-B751-3A51B8197483}" destId="{A75F8BF9-4CE6-43B7-9751-79AC03A3FF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AD9CC6-B4EC-43E7-8FFE-32D0CEF2CFF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AA3C54-1AD0-41A8-9D27-08402AED1D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includes alumni location, graduation year, and state distribution.</a:t>
          </a:r>
        </a:p>
      </dgm:t>
    </dgm:pt>
    <dgm:pt modelId="{97045B31-FF9D-4C44-BE97-2F2550CC5E7F}" type="parTrans" cxnId="{82687E47-2A79-43CE-A1E7-A26F117119B6}">
      <dgm:prSet/>
      <dgm:spPr/>
      <dgm:t>
        <a:bodyPr/>
        <a:lstStyle/>
        <a:p>
          <a:endParaRPr lang="en-US"/>
        </a:p>
      </dgm:t>
    </dgm:pt>
    <dgm:pt modelId="{B931B589-AF2F-4CA3-8925-C68F9A63AF0C}" type="sibTrans" cxnId="{82687E47-2A79-43CE-A1E7-A26F117119B6}">
      <dgm:prSet/>
      <dgm:spPr/>
      <dgm:t>
        <a:bodyPr/>
        <a:lstStyle/>
        <a:p>
          <a:endParaRPr lang="en-US"/>
        </a:p>
      </dgm:t>
    </dgm:pt>
    <dgm:pt modelId="{F10D730C-3EAE-47B9-86E5-9F00753647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records: ~16,000.</a:t>
          </a:r>
        </a:p>
      </dgm:t>
    </dgm:pt>
    <dgm:pt modelId="{4634BA81-0C08-4EA6-9061-A36239C2A32E}" type="parTrans" cxnId="{8DE85A53-FED6-45D9-8478-F9A3B1C762E5}">
      <dgm:prSet/>
      <dgm:spPr/>
      <dgm:t>
        <a:bodyPr/>
        <a:lstStyle/>
        <a:p>
          <a:endParaRPr lang="en-US"/>
        </a:p>
      </dgm:t>
    </dgm:pt>
    <dgm:pt modelId="{01B09D9F-9A38-4D5E-AC89-CA16D58BB23F}" type="sibTrans" cxnId="{8DE85A53-FED6-45D9-8478-F9A3B1C762E5}">
      <dgm:prSet/>
      <dgm:spPr/>
      <dgm:t>
        <a:bodyPr/>
        <a:lstStyle/>
        <a:p>
          <a:endParaRPr lang="en-US"/>
        </a:p>
      </dgm:t>
    </dgm:pt>
    <dgm:pt modelId="{310F219B-9357-454B-8AFF-8C5D6D6852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Focus: Geographic clustering of alumni.</a:t>
          </a:r>
        </a:p>
      </dgm:t>
    </dgm:pt>
    <dgm:pt modelId="{E51EDA01-C1AB-4A3F-8E6A-2F89C2B856EA}" type="parTrans" cxnId="{7BCC6B86-E0A2-494E-BF1A-FF9B96ACC6C6}">
      <dgm:prSet/>
      <dgm:spPr/>
      <dgm:t>
        <a:bodyPr/>
        <a:lstStyle/>
        <a:p>
          <a:endParaRPr lang="en-US"/>
        </a:p>
      </dgm:t>
    </dgm:pt>
    <dgm:pt modelId="{1AB7C414-E8AB-414A-83B2-5F917B3D4E34}" type="sibTrans" cxnId="{7BCC6B86-E0A2-494E-BF1A-FF9B96ACC6C6}">
      <dgm:prSet/>
      <dgm:spPr/>
      <dgm:t>
        <a:bodyPr/>
        <a:lstStyle/>
        <a:p>
          <a:endParaRPr lang="en-US"/>
        </a:p>
      </dgm:t>
    </dgm:pt>
    <dgm:pt modelId="{DE824784-88A4-4901-A708-CCDFAFCC6FFA}" type="pres">
      <dgm:prSet presAssocID="{39AD9CC6-B4EC-43E7-8FFE-32D0CEF2CFF3}" presName="root" presStyleCnt="0">
        <dgm:presLayoutVars>
          <dgm:dir/>
          <dgm:resizeHandles val="exact"/>
        </dgm:presLayoutVars>
      </dgm:prSet>
      <dgm:spPr/>
    </dgm:pt>
    <dgm:pt modelId="{BA94DF64-2D2C-48B4-AB2A-1A1171866F58}" type="pres">
      <dgm:prSet presAssocID="{5CAA3C54-1AD0-41A8-9D27-08402AED1D2C}" presName="compNode" presStyleCnt="0"/>
      <dgm:spPr/>
    </dgm:pt>
    <dgm:pt modelId="{A8E325C7-B16D-41D5-B93F-1AFED9DD30F5}" type="pres">
      <dgm:prSet presAssocID="{5CAA3C54-1AD0-41A8-9D27-08402AED1D2C}" presName="bgRect" presStyleLbl="bgShp" presStyleIdx="0" presStyleCnt="3"/>
      <dgm:spPr/>
    </dgm:pt>
    <dgm:pt modelId="{92C30665-DE64-4B97-94ED-C1FDF0D67F47}" type="pres">
      <dgm:prSet presAssocID="{5CAA3C54-1AD0-41A8-9D27-08402AED1D2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E10A7A55-F7ED-44AF-9A32-D030A72EEDF7}" type="pres">
      <dgm:prSet presAssocID="{5CAA3C54-1AD0-41A8-9D27-08402AED1D2C}" presName="spaceRect" presStyleCnt="0"/>
      <dgm:spPr/>
    </dgm:pt>
    <dgm:pt modelId="{635238A4-F538-459C-B0BF-8EC96F4FFAC9}" type="pres">
      <dgm:prSet presAssocID="{5CAA3C54-1AD0-41A8-9D27-08402AED1D2C}" presName="parTx" presStyleLbl="revTx" presStyleIdx="0" presStyleCnt="3">
        <dgm:presLayoutVars>
          <dgm:chMax val="0"/>
          <dgm:chPref val="0"/>
        </dgm:presLayoutVars>
      </dgm:prSet>
      <dgm:spPr/>
    </dgm:pt>
    <dgm:pt modelId="{1F78C1D1-2C52-4906-952F-7E5F43B60D41}" type="pres">
      <dgm:prSet presAssocID="{B931B589-AF2F-4CA3-8925-C68F9A63AF0C}" presName="sibTrans" presStyleCnt="0"/>
      <dgm:spPr/>
    </dgm:pt>
    <dgm:pt modelId="{10C62016-5CBA-4460-83B6-0640945328CA}" type="pres">
      <dgm:prSet presAssocID="{F10D730C-3EAE-47B9-86E5-9F00753647BD}" presName="compNode" presStyleCnt="0"/>
      <dgm:spPr/>
    </dgm:pt>
    <dgm:pt modelId="{AC04F79E-0A6D-4F4D-9875-F61349B263A6}" type="pres">
      <dgm:prSet presAssocID="{F10D730C-3EAE-47B9-86E5-9F00753647BD}" presName="bgRect" presStyleLbl="bgShp" presStyleIdx="1" presStyleCnt="3"/>
      <dgm:spPr/>
    </dgm:pt>
    <dgm:pt modelId="{0F79C1CA-CF01-4FA5-BAE2-A3354DFB4FE4}" type="pres">
      <dgm:prSet presAssocID="{F10D730C-3EAE-47B9-86E5-9F00753647B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24E357-1E01-41B3-B290-9B012AD977AF}" type="pres">
      <dgm:prSet presAssocID="{F10D730C-3EAE-47B9-86E5-9F00753647BD}" presName="spaceRect" presStyleCnt="0"/>
      <dgm:spPr/>
    </dgm:pt>
    <dgm:pt modelId="{1CD3E67D-4FE9-40D3-9ED2-363A758E5CDF}" type="pres">
      <dgm:prSet presAssocID="{F10D730C-3EAE-47B9-86E5-9F00753647BD}" presName="parTx" presStyleLbl="revTx" presStyleIdx="1" presStyleCnt="3">
        <dgm:presLayoutVars>
          <dgm:chMax val="0"/>
          <dgm:chPref val="0"/>
        </dgm:presLayoutVars>
      </dgm:prSet>
      <dgm:spPr/>
    </dgm:pt>
    <dgm:pt modelId="{F00574C6-C8B6-4186-9304-8B6617F0C28F}" type="pres">
      <dgm:prSet presAssocID="{01B09D9F-9A38-4D5E-AC89-CA16D58BB23F}" presName="sibTrans" presStyleCnt="0"/>
      <dgm:spPr/>
    </dgm:pt>
    <dgm:pt modelId="{6B4201AB-6F96-4795-A836-5F6C9368C684}" type="pres">
      <dgm:prSet presAssocID="{310F219B-9357-454B-8AFF-8C5D6D68525D}" presName="compNode" presStyleCnt="0"/>
      <dgm:spPr/>
    </dgm:pt>
    <dgm:pt modelId="{0B45D5F9-A633-41A0-86F2-8CF4CE18593C}" type="pres">
      <dgm:prSet presAssocID="{310F219B-9357-454B-8AFF-8C5D6D68525D}" presName="bgRect" presStyleLbl="bgShp" presStyleIdx="2" presStyleCnt="3"/>
      <dgm:spPr/>
    </dgm:pt>
    <dgm:pt modelId="{248B1EDE-F96E-476C-8154-B0C940B79C6F}" type="pres">
      <dgm:prSet presAssocID="{310F219B-9357-454B-8AFF-8C5D6D68525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2BCFF6C7-4847-43C7-A2E7-1AE1B7C6C361}" type="pres">
      <dgm:prSet presAssocID="{310F219B-9357-454B-8AFF-8C5D6D68525D}" presName="spaceRect" presStyleCnt="0"/>
      <dgm:spPr/>
    </dgm:pt>
    <dgm:pt modelId="{9C897EC2-F74D-44EE-B7D8-2D70E050C258}" type="pres">
      <dgm:prSet presAssocID="{310F219B-9357-454B-8AFF-8C5D6D6852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8C55D34-A688-4D8B-8A48-C43016B3AA04}" type="presOf" srcId="{39AD9CC6-B4EC-43E7-8FFE-32D0CEF2CFF3}" destId="{DE824784-88A4-4901-A708-CCDFAFCC6FFA}" srcOrd="0" destOrd="0" presId="urn:microsoft.com/office/officeart/2018/2/layout/IconVerticalSolidList"/>
    <dgm:cxn modelId="{82687E47-2A79-43CE-A1E7-A26F117119B6}" srcId="{39AD9CC6-B4EC-43E7-8FFE-32D0CEF2CFF3}" destId="{5CAA3C54-1AD0-41A8-9D27-08402AED1D2C}" srcOrd="0" destOrd="0" parTransId="{97045B31-FF9D-4C44-BE97-2F2550CC5E7F}" sibTransId="{B931B589-AF2F-4CA3-8925-C68F9A63AF0C}"/>
    <dgm:cxn modelId="{8DE85A53-FED6-45D9-8478-F9A3B1C762E5}" srcId="{39AD9CC6-B4EC-43E7-8FFE-32D0CEF2CFF3}" destId="{F10D730C-3EAE-47B9-86E5-9F00753647BD}" srcOrd="1" destOrd="0" parTransId="{4634BA81-0C08-4EA6-9061-A36239C2A32E}" sibTransId="{01B09D9F-9A38-4D5E-AC89-CA16D58BB23F}"/>
    <dgm:cxn modelId="{7BCC6B86-E0A2-494E-BF1A-FF9B96ACC6C6}" srcId="{39AD9CC6-B4EC-43E7-8FFE-32D0CEF2CFF3}" destId="{310F219B-9357-454B-8AFF-8C5D6D68525D}" srcOrd="2" destOrd="0" parTransId="{E51EDA01-C1AB-4A3F-8E6A-2F89C2B856EA}" sibTransId="{1AB7C414-E8AB-414A-83B2-5F917B3D4E34}"/>
    <dgm:cxn modelId="{4BA47489-64A8-4A98-BAEC-0F36F413FF09}" type="presOf" srcId="{310F219B-9357-454B-8AFF-8C5D6D68525D}" destId="{9C897EC2-F74D-44EE-B7D8-2D70E050C258}" srcOrd="0" destOrd="0" presId="urn:microsoft.com/office/officeart/2018/2/layout/IconVerticalSolidList"/>
    <dgm:cxn modelId="{540316E8-9050-4DC4-804D-E6328F474C54}" type="presOf" srcId="{5CAA3C54-1AD0-41A8-9D27-08402AED1D2C}" destId="{635238A4-F538-459C-B0BF-8EC96F4FFAC9}" srcOrd="0" destOrd="0" presId="urn:microsoft.com/office/officeart/2018/2/layout/IconVerticalSolidList"/>
    <dgm:cxn modelId="{6E1379FD-B4FF-492C-A888-7AB542792EDD}" type="presOf" srcId="{F10D730C-3EAE-47B9-86E5-9F00753647BD}" destId="{1CD3E67D-4FE9-40D3-9ED2-363A758E5CDF}" srcOrd="0" destOrd="0" presId="urn:microsoft.com/office/officeart/2018/2/layout/IconVerticalSolidList"/>
    <dgm:cxn modelId="{D9146A1D-9805-4856-A840-CEC167AB3637}" type="presParOf" srcId="{DE824784-88A4-4901-A708-CCDFAFCC6FFA}" destId="{BA94DF64-2D2C-48B4-AB2A-1A1171866F58}" srcOrd="0" destOrd="0" presId="urn:microsoft.com/office/officeart/2018/2/layout/IconVerticalSolidList"/>
    <dgm:cxn modelId="{0C50E8B8-D16B-45D7-A4C4-A2F27322156E}" type="presParOf" srcId="{BA94DF64-2D2C-48B4-AB2A-1A1171866F58}" destId="{A8E325C7-B16D-41D5-B93F-1AFED9DD30F5}" srcOrd="0" destOrd="0" presId="urn:microsoft.com/office/officeart/2018/2/layout/IconVerticalSolidList"/>
    <dgm:cxn modelId="{638B7F3F-3110-46F3-AD82-B597FB1CE1A6}" type="presParOf" srcId="{BA94DF64-2D2C-48B4-AB2A-1A1171866F58}" destId="{92C30665-DE64-4B97-94ED-C1FDF0D67F47}" srcOrd="1" destOrd="0" presId="urn:microsoft.com/office/officeart/2018/2/layout/IconVerticalSolidList"/>
    <dgm:cxn modelId="{BB26C0BD-F55E-401B-B7D5-551AD46493A4}" type="presParOf" srcId="{BA94DF64-2D2C-48B4-AB2A-1A1171866F58}" destId="{E10A7A55-F7ED-44AF-9A32-D030A72EEDF7}" srcOrd="2" destOrd="0" presId="urn:microsoft.com/office/officeart/2018/2/layout/IconVerticalSolidList"/>
    <dgm:cxn modelId="{9BBCE36E-AE49-4026-9902-A6D447AC7CEB}" type="presParOf" srcId="{BA94DF64-2D2C-48B4-AB2A-1A1171866F58}" destId="{635238A4-F538-459C-B0BF-8EC96F4FFAC9}" srcOrd="3" destOrd="0" presId="urn:microsoft.com/office/officeart/2018/2/layout/IconVerticalSolidList"/>
    <dgm:cxn modelId="{44B6D15A-479C-4684-B049-DE7763205992}" type="presParOf" srcId="{DE824784-88A4-4901-A708-CCDFAFCC6FFA}" destId="{1F78C1D1-2C52-4906-952F-7E5F43B60D41}" srcOrd="1" destOrd="0" presId="urn:microsoft.com/office/officeart/2018/2/layout/IconVerticalSolidList"/>
    <dgm:cxn modelId="{0BE68EFA-C4B1-4DB5-9DCE-40AEBB6A7C36}" type="presParOf" srcId="{DE824784-88A4-4901-A708-CCDFAFCC6FFA}" destId="{10C62016-5CBA-4460-83B6-0640945328CA}" srcOrd="2" destOrd="0" presId="urn:microsoft.com/office/officeart/2018/2/layout/IconVerticalSolidList"/>
    <dgm:cxn modelId="{06134AA6-4AF9-4BA1-A773-584FD44DC20B}" type="presParOf" srcId="{10C62016-5CBA-4460-83B6-0640945328CA}" destId="{AC04F79E-0A6D-4F4D-9875-F61349B263A6}" srcOrd="0" destOrd="0" presId="urn:microsoft.com/office/officeart/2018/2/layout/IconVerticalSolidList"/>
    <dgm:cxn modelId="{04374DD0-B472-40A5-A270-AF06130D9F8D}" type="presParOf" srcId="{10C62016-5CBA-4460-83B6-0640945328CA}" destId="{0F79C1CA-CF01-4FA5-BAE2-A3354DFB4FE4}" srcOrd="1" destOrd="0" presId="urn:microsoft.com/office/officeart/2018/2/layout/IconVerticalSolidList"/>
    <dgm:cxn modelId="{CDB39591-7DE2-449A-873F-9306AAA88903}" type="presParOf" srcId="{10C62016-5CBA-4460-83B6-0640945328CA}" destId="{C724E357-1E01-41B3-B290-9B012AD977AF}" srcOrd="2" destOrd="0" presId="urn:microsoft.com/office/officeart/2018/2/layout/IconVerticalSolidList"/>
    <dgm:cxn modelId="{14D0D419-0F80-4CD8-8D7E-E01373F7EB02}" type="presParOf" srcId="{10C62016-5CBA-4460-83B6-0640945328CA}" destId="{1CD3E67D-4FE9-40D3-9ED2-363A758E5CDF}" srcOrd="3" destOrd="0" presId="urn:microsoft.com/office/officeart/2018/2/layout/IconVerticalSolidList"/>
    <dgm:cxn modelId="{62ECB920-938D-485D-987D-214F6BAAA2FD}" type="presParOf" srcId="{DE824784-88A4-4901-A708-CCDFAFCC6FFA}" destId="{F00574C6-C8B6-4186-9304-8B6617F0C28F}" srcOrd="3" destOrd="0" presId="urn:microsoft.com/office/officeart/2018/2/layout/IconVerticalSolidList"/>
    <dgm:cxn modelId="{AABC996A-9D8E-402B-A57F-E4F656E7DC2B}" type="presParOf" srcId="{DE824784-88A4-4901-A708-CCDFAFCC6FFA}" destId="{6B4201AB-6F96-4795-A836-5F6C9368C684}" srcOrd="4" destOrd="0" presId="urn:microsoft.com/office/officeart/2018/2/layout/IconVerticalSolidList"/>
    <dgm:cxn modelId="{DF60DC6D-7042-47B4-BA1A-D403B1642168}" type="presParOf" srcId="{6B4201AB-6F96-4795-A836-5F6C9368C684}" destId="{0B45D5F9-A633-41A0-86F2-8CF4CE18593C}" srcOrd="0" destOrd="0" presId="urn:microsoft.com/office/officeart/2018/2/layout/IconVerticalSolidList"/>
    <dgm:cxn modelId="{2248758B-7D92-47ED-A89E-5310B429ACAE}" type="presParOf" srcId="{6B4201AB-6F96-4795-A836-5F6C9368C684}" destId="{248B1EDE-F96E-476C-8154-B0C940B79C6F}" srcOrd="1" destOrd="0" presId="urn:microsoft.com/office/officeart/2018/2/layout/IconVerticalSolidList"/>
    <dgm:cxn modelId="{4A2C5365-E263-4FA5-945C-BE57F6DBE23F}" type="presParOf" srcId="{6B4201AB-6F96-4795-A836-5F6C9368C684}" destId="{2BCFF6C7-4847-43C7-A2E7-1AE1B7C6C361}" srcOrd="2" destOrd="0" presId="urn:microsoft.com/office/officeart/2018/2/layout/IconVerticalSolidList"/>
    <dgm:cxn modelId="{2BA0A9A9-59B6-4A96-AD6A-B102628F44A2}" type="presParOf" srcId="{6B4201AB-6F96-4795-A836-5F6C9368C684}" destId="{9C897EC2-F74D-44EE-B7D8-2D70E050C2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8FEE8A-A38A-4974-A675-8EE7ACAB459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089990E-6541-49A6-9F64-F8241217A9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 Programming</a:t>
          </a:r>
        </a:p>
      </dgm:t>
    </dgm:pt>
    <dgm:pt modelId="{FD3122B5-D739-41C5-A5F0-93E004D0D994}" type="parTrans" cxnId="{0C780CAC-CB4A-4F88-8A56-18A783419AA4}">
      <dgm:prSet/>
      <dgm:spPr/>
      <dgm:t>
        <a:bodyPr/>
        <a:lstStyle/>
        <a:p>
          <a:endParaRPr lang="en-US"/>
        </a:p>
      </dgm:t>
    </dgm:pt>
    <dgm:pt modelId="{F9791612-11ED-4C93-A62A-2FD07F25DB4A}" type="sibTrans" cxnId="{0C780CAC-CB4A-4F88-8A56-18A783419A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68F0C2-FBCE-416B-A93C-ECAE2C448D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Cleaning</a:t>
          </a:r>
        </a:p>
      </dgm:t>
    </dgm:pt>
    <dgm:pt modelId="{E97310E9-6EA3-4D8A-9BE5-CAF9A54C6D95}" type="parTrans" cxnId="{A1450727-C666-45FE-9BE4-FD3D5B58BCD1}">
      <dgm:prSet/>
      <dgm:spPr/>
      <dgm:t>
        <a:bodyPr/>
        <a:lstStyle/>
        <a:p>
          <a:endParaRPr lang="en-US"/>
        </a:p>
      </dgm:t>
    </dgm:pt>
    <dgm:pt modelId="{9B387696-75CD-498F-BB7A-90F3CD3793CC}" type="sibTrans" cxnId="{A1450727-C666-45FE-9BE4-FD3D5B58BC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098356-0DFD-4F4D-87F1-D66D9CB73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Choropleth Maps</a:t>
          </a:r>
        </a:p>
      </dgm:t>
    </dgm:pt>
    <dgm:pt modelId="{3FCD704D-7E2D-4C5D-8A32-06B82A970034}" type="parTrans" cxnId="{7C5F94B4-875C-4B83-B400-031F4AD5FF7B}">
      <dgm:prSet/>
      <dgm:spPr/>
      <dgm:t>
        <a:bodyPr/>
        <a:lstStyle/>
        <a:p>
          <a:endParaRPr lang="en-US"/>
        </a:p>
      </dgm:t>
    </dgm:pt>
    <dgm:pt modelId="{F0CE9609-EC2F-4B53-A4D5-2FC8A813811D}" type="sibTrans" cxnId="{7C5F94B4-875C-4B83-B400-031F4AD5FF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0FCF8E-204C-43A1-856B-8EDD5580C1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Distribution Analysis</a:t>
          </a:r>
        </a:p>
      </dgm:t>
    </dgm:pt>
    <dgm:pt modelId="{1614BB7C-A7E0-4FB5-A510-1B66E30F9B16}" type="parTrans" cxnId="{199C212A-FF85-4FC5-97F2-8EEBF35E8DB9}">
      <dgm:prSet/>
      <dgm:spPr/>
      <dgm:t>
        <a:bodyPr/>
        <a:lstStyle/>
        <a:p>
          <a:endParaRPr lang="en-US"/>
        </a:p>
      </dgm:t>
    </dgm:pt>
    <dgm:pt modelId="{46DEBF40-F169-4E4D-8F23-917F4CE98781}" type="sibTrans" cxnId="{199C212A-FF85-4FC5-97F2-8EEBF35E8DB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EE0D09-3BDC-4D2E-8596-C8CAA69F5C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Exploratory Data Analysis (EDA)</a:t>
          </a:r>
        </a:p>
      </dgm:t>
    </dgm:pt>
    <dgm:pt modelId="{1E859F01-38DB-48D3-8A2D-C01B1F8116B4}" type="parTrans" cxnId="{F5C66368-AA42-4007-B741-FB0983F64C69}">
      <dgm:prSet/>
      <dgm:spPr/>
      <dgm:t>
        <a:bodyPr/>
        <a:lstStyle/>
        <a:p>
          <a:endParaRPr lang="en-US"/>
        </a:p>
      </dgm:t>
    </dgm:pt>
    <dgm:pt modelId="{DAB25CAA-F45F-4BF9-B46B-F9E44287D37F}" type="sibTrans" cxnId="{F5C66368-AA42-4007-B741-FB0983F64C69}">
      <dgm:prSet/>
      <dgm:spPr/>
      <dgm:t>
        <a:bodyPr/>
        <a:lstStyle/>
        <a:p>
          <a:endParaRPr lang="en-US"/>
        </a:p>
      </dgm:t>
    </dgm:pt>
    <dgm:pt modelId="{DDBFB92C-4ADA-417F-99C8-045060CE85D8}" type="pres">
      <dgm:prSet presAssocID="{188FEE8A-A38A-4974-A675-8EE7ACAB459B}" presName="root" presStyleCnt="0">
        <dgm:presLayoutVars>
          <dgm:dir/>
          <dgm:resizeHandles val="exact"/>
        </dgm:presLayoutVars>
      </dgm:prSet>
      <dgm:spPr/>
    </dgm:pt>
    <dgm:pt modelId="{74EB98C5-B612-43D7-8361-BB63EC8B97EE}" type="pres">
      <dgm:prSet presAssocID="{188FEE8A-A38A-4974-A675-8EE7ACAB459B}" presName="container" presStyleCnt="0">
        <dgm:presLayoutVars>
          <dgm:dir/>
          <dgm:resizeHandles val="exact"/>
        </dgm:presLayoutVars>
      </dgm:prSet>
      <dgm:spPr/>
    </dgm:pt>
    <dgm:pt modelId="{C9489108-8631-4C0A-B149-C816DFDE3CA4}" type="pres">
      <dgm:prSet presAssocID="{1089990E-6541-49A6-9F64-F8241217A926}" presName="compNode" presStyleCnt="0"/>
      <dgm:spPr/>
    </dgm:pt>
    <dgm:pt modelId="{F7316BC4-D8A9-435D-AAFF-4F2104AA9DA6}" type="pres">
      <dgm:prSet presAssocID="{1089990E-6541-49A6-9F64-F8241217A926}" presName="iconBgRect" presStyleLbl="bgShp" presStyleIdx="0" presStyleCnt="5"/>
      <dgm:spPr/>
    </dgm:pt>
    <dgm:pt modelId="{B8004141-1FB5-44E2-8975-5B711DE58CA7}" type="pres">
      <dgm:prSet presAssocID="{1089990E-6541-49A6-9F64-F8241217A92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62DB720-C28D-4C14-96D4-D27EC3FD9A52}" type="pres">
      <dgm:prSet presAssocID="{1089990E-6541-49A6-9F64-F8241217A926}" presName="spaceRect" presStyleCnt="0"/>
      <dgm:spPr/>
    </dgm:pt>
    <dgm:pt modelId="{D0A24334-A149-4300-86BC-31F36FD6B7AD}" type="pres">
      <dgm:prSet presAssocID="{1089990E-6541-49A6-9F64-F8241217A926}" presName="textRect" presStyleLbl="revTx" presStyleIdx="0" presStyleCnt="5">
        <dgm:presLayoutVars>
          <dgm:chMax val="1"/>
          <dgm:chPref val="1"/>
        </dgm:presLayoutVars>
      </dgm:prSet>
      <dgm:spPr/>
    </dgm:pt>
    <dgm:pt modelId="{0DFB7B78-DE5E-45AB-917B-C814E0FD0F74}" type="pres">
      <dgm:prSet presAssocID="{F9791612-11ED-4C93-A62A-2FD07F25DB4A}" presName="sibTrans" presStyleLbl="sibTrans2D1" presStyleIdx="0" presStyleCnt="0"/>
      <dgm:spPr/>
    </dgm:pt>
    <dgm:pt modelId="{7E8D0A5D-5788-4FDC-B2A9-074111CBDA53}" type="pres">
      <dgm:prSet presAssocID="{DD68F0C2-FBCE-416B-A93C-ECAE2C448D95}" presName="compNode" presStyleCnt="0"/>
      <dgm:spPr/>
    </dgm:pt>
    <dgm:pt modelId="{CC1CA031-BFEC-4669-B4A8-4DD82E23AE09}" type="pres">
      <dgm:prSet presAssocID="{DD68F0C2-FBCE-416B-A93C-ECAE2C448D95}" presName="iconBgRect" presStyleLbl="bgShp" presStyleIdx="1" presStyleCnt="5"/>
      <dgm:spPr/>
    </dgm:pt>
    <dgm:pt modelId="{14482E5F-19A8-4D30-8E9A-4D67BF5083DB}" type="pres">
      <dgm:prSet presAssocID="{DD68F0C2-FBCE-416B-A93C-ECAE2C448D9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9AEA546-ABC7-4643-B93A-B838D5C75F85}" type="pres">
      <dgm:prSet presAssocID="{DD68F0C2-FBCE-416B-A93C-ECAE2C448D95}" presName="spaceRect" presStyleCnt="0"/>
      <dgm:spPr/>
    </dgm:pt>
    <dgm:pt modelId="{64861933-ECE7-44B0-A545-1755600B52DF}" type="pres">
      <dgm:prSet presAssocID="{DD68F0C2-FBCE-416B-A93C-ECAE2C448D95}" presName="textRect" presStyleLbl="revTx" presStyleIdx="1" presStyleCnt="5">
        <dgm:presLayoutVars>
          <dgm:chMax val="1"/>
          <dgm:chPref val="1"/>
        </dgm:presLayoutVars>
      </dgm:prSet>
      <dgm:spPr/>
    </dgm:pt>
    <dgm:pt modelId="{DCC88617-0B81-4A8A-BBF8-4E3372C3A167}" type="pres">
      <dgm:prSet presAssocID="{9B387696-75CD-498F-BB7A-90F3CD3793CC}" presName="sibTrans" presStyleLbl="sibTrans2D1" presStyleIdx="0" presStyleCnt="0"/>
      <dgm:spPr/>
    </dgm:pt>
    <dgm:pt modelId="{35B60A09-7262-4844-8D77-F371405CE5AD}" type="pres">
      <dgm:prSet presAssocID="{6A098356-0DFD-4F4D-87F1-D66D9CB73CBE}" presName="compNode" presStyleCnt="0"/>
      <dgm:spPr/>
    </dgm:pt>
    <dgm:pt modelId="{10BF756A-EB26-4DAF-9C20-31612403F3F8}" type="pres">
      <dgm:prSet presAssocID="{6A098356-0DFD-4F4D-87F1-D66D9CB73CBE}" presName="iconBgRect" presStyleLbl="bgShp" presStyleIdx="2" presStyleCnt="5"/>
      <dgm:spPr/>
    </dgm:pt>
    <dgm:pt modelId="{CA0C79E4-D647-463A-AB2A-D3F5D98D8E53}" type="pres">
      <dgm:prSet presAssocID="{6A098356-0DFD-4F4D-87F1-D66D9CB73CB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8052AAC-7E3C-4D3A-A248-CDB1CBCB906D}" type="pres">
      <dgm:prSet presAssocID="{6A098356-0DFD-4F4D-87F1-D66D9CB73CBE}" presName="spaceRect" presStyleCnt="0"/>
      <dgm:spPr/>
    </dgm:pt>
    <dgm:pt modelId="{7E1DC6E8-12BE-4E48-8601-A0D143F497E7}" type="pres">
      <dgm:prSet presAssocID="{6A098356-0DFD-4F4D-87F1-D66D9CB73CBE}" presName="textRect" presStyleLbl="revTx" presStyleIdx="2" presStyleCnt="5">
        <dgm:presLayoutVars>
          <dgm:chMax val="1"/>
          <dgm:chPref val="1"/>
        </dgm:presLayoutVars>
      </dgm:prSet>
      <dgm:spPr/>
    </dgm:pt>
    <dgm:pt modelId="{7D4EBF05-B9EA-4C06-9B9F-74B9E22D14C5}" type="pres">
      <dgm:prSet presAssocID="{F0CE9609-EC2F-4B53-A4D5-2FC8A813811D}" presName="sibTrans" presStyleLbl="sibTrans2D1" presStyleIdx="0" presStyleCnt="0"/>
      <dgm:spPr/>
    </dgm:pt>
    <dgm:pt modelId="{38DBC1EC-93B7-4DE7-B3AE-2A0E8C27CA04}" type="pres">
      <dgm:prSet presAssocID="{B10FCF8E-204C-43A1-856B-8EDD5580C1DD}" presName="compNode" presStyleCnt="0"/>
      <dgm:spPr/>
    </dgm:pt>
    <dgm:pt modelId="{FAED2B3C-C523-477E-A32F-2D8EB3D3955A}" type="pres">
      <dgm:prSet presAssocID="{B10FCF8E-204C-43A1-856B-8EDD5580C1DD}" presName="iconBgRect" presStyleLbl="bgShp" presStyleIdx="3" presStyleCnt="5"/>
      <dgm:spPr/>
    </dgm:pt>
    <dgm:pt modelId="{7D46D777-D180-4821-8C24-EC982DBBB3A6}" type="pres">
      <dgm:prSet presAssocID="{B10FCF8E-204C-43A1-856B-8EDD5580C1D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09D2A161-30F8-46E0-8CA7-1FC4A56DE08A}" type="pres">
      <dgm:prSet presAssocID="{B10FCF8E-204C-43A1-856B-8EDD5580C1DD}" presName="spaceRect" presStyleCnt="0"/>
      <dgm:spPr/>
    </dgm:pt>
    <dgm:pt modelId="{70555D31-1E6B-4132-8CC1-51AFC33FDF06}" type="pres">
      <dgm:prSet presAssocID="{B10FCF8E-204C-43A1-856B-8EDD5580C1DD}" presName="textRect" presStyleLbl="revTx" presStyleIdx="3" presStyleCnt="5">
        <dgm:presLayoutVars>
          <dgm:chMax val="1"/>
          <dgm:chPref val="1"/>
        </dgm:presLayoutVars>
      </dgm:prSet>
      <dgm:spPr/>
    </dgm:pt>
    <dgm:pt modelId="{159072C5-0EE2-46AF-B6FC-83E38F0ACE42}" type="pres">
      <dgm:prSet presAssocID="{46DEBF40-F169-4E4D-8F23-917F4CE98781}" presName="sibTrans" presStyleLbl="sibTrans2D1" presStyleIdx="0" presStyleCnt="0"/>
      <dgm:spPr/>
    </dgm:pt>
    <dgm:pt modelId="{96D8AA97-F393-4D21-95B8-B93F5EAD32C5}" type="pres">
      <dgm:prSet presAssocID="{FBEE0D09-3BDC-4D2E-8596-C8CAA69F5CFF}" presName="compNode" presStyleCnt="0"/>
      <dgm:spPr/>
    </dgm:pt>
    <dgm:pt modelId="{E1F83270-1ABC-4BE1-9C24-E8A627C3BBB6}" type="pres">
      <dgm:prSet presAssocID="{FBEE0D09-3BDC-4D2E-8596-C8CAA69F5CFF}" presName="iconBgRect" presStyleLbl="bgShp" presStyleIdx="4" presStyleCnt="5"/>
      <dgm:spPr/>
    </dgm:pt>
    <dgm:pt modelId="{DC6772AE-32C7-4F57-A711-022282B45C11}" type="pres">
      <dgm:prSet presAssocID="{FBEE0D09-3BDC-4D2E-8596-C8CAA69F5CF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1E27115-2F83-4072-9CEA-28B6E4FCDC25}" type="pres">
      <dgm:prSet presAssocID="{FBEE0D09-3BDC-4D2E-8596-C8CAA69F5CFF}" presName="spaceRect" presStyleCnt="0"/>
      <dgm:spPr/>
    </dgm:pt>
    <dgm:pt modelId="{73820F85-1595-49CC-8A7F-F24005D623AE}" type="pres">
      <dgm:prSet presAssocID="{FBEE0D09-3BDC-4D2E-8596-C8CAA69F5CF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7FFE16-AF2E-4658-BFAD-78C396629D34}" type="presOf" srcId="{FBEE0D09-3BDC-4D2E-8596-C8CAA69F5CFF}" destId="{73820F85-1595-49CC-8A7F-F24005D623AE}" srcOrd="0" destOrd="0" presId="urn:microsoft.com/office/officeart/2018/2/layout/IconCircleList"/>
    <dgm:cxn modelId="{1E61331B-E361-4FE2-8600-B461965DD08F}" type="presOf" srcId="{6A098356-0DFD-4F4D-87F1-D66D9CB73CBE}" destId="{7E1DC6E8-12BE-4E48-8601-A0D143F497E7}" srcOrd="0" destOrd="0" presId="urn:microsoft.com/office/officeart/2018/2/layout/IconCircleList"/>
    <dgm:cxn modelId="{A1450727-C666-45FE-9BE4-FD3D5B58BCD1}" srcId="{188FEE8A-A38A-4974-A675-8EE7ACAB459B}" destId="{DD68F0C2-FBCE-416B-A93C-ECAE2C448D95}" srcOrd="1" destOrd="0" parTransId="{E97310E9-6EA3-4D8A-9BE5-CAF9A54C6D95}" sibTransId="{9B387696-75CD-498F-BB7A-90F3CD3793CC}"/>
    <dgm:cxn modelId="{199C212A-FF85-4FC5-97F2-8EEBF35E8DB9}" srcId="{188FEE8A-A38A-4974-A675-8EE7ACAB459B}" destId="{B10FCF8E-204C-43A1-856B-8EDD5580C1DD}" srcOrd="3" destOrd="0" parTransId="{1614BB7C-A7E0-4FB5-A510-1B66E30F9B16}" sibTransId="{46DEBF40-F169-4E4D-8F23-917F4CE98781}"/>
    <dgm:cxn modelId="{F5C66368-AA42-4007-B741-FB0983F64C69}" srcId="{188FEE8A-A38A-4974-A675-8EE7ACAB459B}" destId="{FBEE0D09-3BDC-4D2E-8596-C8CAA69F5CFF}" srcOrd="4" destOrd="0" parTransId="{1E859F01-38DB-48D3-8A2D-C01B1F8116B4}" sibTransId="{DAB25CAA-F45F-4BF9-B46B-F9E44287D37F}"/>
    <dgm:cxn modelId="{861D074C-E406-45D6-9212-18695223236D}" type="presOf" srcId="{188FEE8A-A38A-4974-A675-8EE7ACAB459B}" destId="{DDBFB92C-4ADA-417F-99C8-045060CE85D8}" srcOrd="0" destOrd="0" presId="urn:microsoft.com/office/officeart/2018/2/layout/IconCircleList"/>
    <dgm:cxn modelId="{6C9EBE4C-33C6-426E-BE15-A26419384634}" type="presOf" srcId="{9B387696-75CD-498F-BB7A-90F3CD3793CC}" destId="{DCC88617-0B81-4A8A-BBF8-4E3372C3A167}" srcOrd="0" destOrd="0" presId="urn:microsoft.com/office/officeart/2018/2/layout/IconCircleList"/>
    <dgm:cxn modelId="{15D41982-245B-40BE-BF15-F711BDA235CF}" type="presOf" srcId="{46DEBF40-F169-4E4D-8F23-917F4CE98781}" destId="{159072C5-0EE2-46AF-B6FC-83E38F0ACE42}" srcOrd="0" destOrd="0" presId="urn:microsoft.com/office/officeart/2018/2/layout/IconCircleList"/>
    <dgm:cxn modelId="{7DA9D78A-9B35-44A7-A971-BC2D46A7A58F}" type="presOf" srcId="{F0CE9609-EC2F-4B53-A4D5-2FC8A813811D}" destId="{7D4EBF05-B9EA-4C06-9B9F-74B9E22D14C5}" srcOrd="0" destOrd="0" presId="urn:microsoft.com/office/officeart/2018/2/layout/IconCircleList"/>
    <dgm:cxn modelId="{0C780CAC-CB4A-4F88-8A56-18A783419AA4}" srcId="{188FEE8A-A38A-4974-A675-8EE7ACAB459B}" destId="{1089990E-6541-49A6-9F64-F8241217A926}" srcOrd="0" destOrd="0" parTransId="{FD3122B5-D739-41C5-A5F0-93E004D0D994}" sibTransId="{F9791612-11ED-4C93-A62A-2FD07F25DB4A}"/>
    <dgm:cxn modelId="{7EEC96B2-B375-45D1-9DEC-AE15F67BF67F}" type="presOf" srcId="{B10FCF8E-204C-43A1-856B-8EDD5580C1DD}" destId="{70555D31-1E6B-4132-8CC1-51AFC33FDF06}" srcOrd="0" destOrd="0" presId="urn:microsoft.com/office/officeart/2018/2/layout/IconCircleList"/>
    <dgm:cxn modelId="{7C5F94B4-875C-4B83-B400-031F4AD5FF7B}" srcId="{188FEE8A-A38A-4974-A675-8EE7ACAB459B}" destId="{6A098356-0DFD-4F4D-87F1-D66D9CB73CBE}" srcOrd="2" destOrd="0" parTransId="{3FCD704D-7E2D-4C5D-8A32-06B82A970034}" sibTransId="{F0CE9609-EC2F-4B53-A4D5-2FC8A813811D}"/>
    <dgm:cxn modelId="{48AD34D1-1490-4D38-957C-5D95E37C4440}" type="presOf" srcId="{DD68F0C2-FBCE-416B-A93C-ECAE2C448D95}" destId="{64861933-ECE7-44B0-A545-1755600B52DF}" srcOrd="0" destOrd="0" presId="urn:microsoft.com/office/officeart/2018/2/layout/IconCircleList"/>
    <dgm:cxn modelId="{B1F7C9E8-4907-40D4-8245-C2F2FF69CEDD}" type="presOf" srcId="{1089990E-6541-49A6-9F64-F8241217A926}" destId="{D0A24334-A149-4300-86BC-31F36FD6B7AD}" srcOrd="0" destOrd="0" presId="urn:microsoft.com/office/officeart/2018/2/layout/IconCircleList"/>
    <dgm:cxn modelId="{CA2514FA-D16A-44FB-86D5-EFED2F30E17E}" type="presOf" srcId="{F9791612-11ED-4C93-A62A-2FD07F25DB4A}" destId="{0DFB7B78-DE5E-45AB-917B-C814E0FD0F74}" srcOrd="0" destOrd="0" presId="urn:microsoft.com/office/officeart/2018/2/layout/IconCircleList"/>
    <dgm:cxn modelId="{D0F66E4F-F9FC-4D8D-AC0E-CBF8F9BB531F}" type="presParOf" srcId="{DDBFB92C-4ADA-417F-99C8-045060CE85D8}" destId="{74EB98C5-B612-43D7-8361-BB63EC8B97EE}" srcOrd="0" destOrd="0" presId="urn:microsoft.com/office/officeart/2018/2/layout/IconCircleList"/>
    <dgm:cxn modelId="{E3BF1390-840C-4625-959B-CE5204597B7C}" type="presParOf" srcId="{74EB98C5-B612-43D7-8361-BB63EC8B97EE}" destId="{C9489108-8631-4C0A-B149-C816DFDE3CA4}" srcOrd="0" destOrd="0" presId="urn:microsoft.com/office/officeart/2018/2/layout/IconCircleList"/>
    <dgm:cxn modelId="{E1181E4B-4786-4F13-A2D3-CBA9EC15D2A2}" type="presParOf" srcId="{C9489108-8631-4C0A-B149-C816DFDE3CA4}" destId="{F7316BC4-D8A9-435D-AAFF-4F2104AA9DA6}" srcOrd="0" destOrd="0" presId="urn:microsoft.com/office/officeart/2018/2/layout/IconCircleList"/>
    <dgm:cxn modelId="{080A2106-7B94-48AE-88D1-C0B32CC3497C}" type="presParOf" srcId="{C9489108-8631-4C0A-B149-C816DFDE3CA4}" destId="{B8004141-1FB5-44E2-8975-5B711DE58CA7}" srcOrd="1" destOrd="0" presId="urn:microsoft.com/office/officeart/2018/2/layout/IconCircleList"/>
    <dgm:cxn modelId="{EAFC3FE6-5131-493B-A0D1-6885343D5CBA}" type="presParOf" srcId="{C9489108-8631-4C0A-B149-C816DFDE3CA4}" destId="{862DB720-C28D-4C14-96D4-D27EC3FD9A52}" srcOrd="2" destOrd="0" presId="urn:microsoft.com/office/officeart/2018/2/layout/IconCircleList"/>
    <dgm:cxn modelId="{52A35063-821F-4435-81C0-AC853EBA6D10}" type="presParOf" srcId="{C9489108-8631-4C0A-B149-C816DFDE3CA4}" destId="{D0A24334-A149-4300-86BC-31F36FD6B7AD}" srcOrd="3" destOrd="0" presId="urn:microsoft.com/office/officeart/2018/2/layout/IconCircleList"/>
    <dgm:cxn modelId="{4E074085-455A-43B5-AD86-1FF0E1F62C75}" type="presParOf" srcId="{74EB98C5-B612-43D7-8361-BB63EC8B97EE}" destId="{0DFB7B78-DE5E-45AB-917B-C814E0FD0F74}" srcOrd="1" destOrd="0" presId="urn:microsoft.com/office/officeart/2018/2/layout/IconCircleList"/>
    <dgm:cxn modelId="{2490C5E5-6D43-4096-AF7A-B57D480E5360}" type="presParOf" srcId="{74EB98C5-B612-43D7-8361-BB63EC8B97EE}" destId="{7E8D0A5D-5788-4FDC-B2A9-074111CBDA53}" srcOrd="2" destOrd="0" presId="urn:microsoft.com/office/officeart/2018/2/layout/IconCircleList"/>
    <dgm:cxn modelId="{71009988-7921-4A75-9932-6768041270FF}" type="presParOf" srcId="{7E8D0A5D-5788-4FDC-B2A9-074111CBDA53}" destId="{CC1CA031-BFEC-4669-B4A8-4DD82E23AE09}" srcOrd="0" destOrd="0" presId="urn:microsoft.com/office/officeart/2018/2/layout/IconCircleList"/>
    <dgm:cxn modelId="{7768260F-75C6-4DB0-829C-95B3F180A902}" type="presParOf" srcId="{7E8D0A5D-5788-4FDC-B2A9-074111CBDA53}" destId="{14482E5F-19A8-4D30-8E9A-4D67BF5083DB}" srcOrd="1" destOrd="0" presId="urn:microsoft.com/office/officeart/2018/2/layout/IconCircleList"/>
    <dgm:cxn modelId="{027B21C5-283B-4518-800F-80C39E831F01}" type="presParOf" srcId="{7E8D0A5D-5788-4FDC-B2A9-074111CBDA53}" destId="{19AEA546-ABC7-4643-B93A-B838D5C75F85}" srcOrd="2" destOrd="0" presId="urn:microsoft.com/office/officeart/2018/2/layout/IconCircleList"/>
    <dgm:cxn modelId="{B869401E-0251-42E4-89CD-63122D8FC007}" type="presParOf" srcId="{7E8D0A5D-5788-4FDC-B2A9-074111CBDA53}" destId="{64861933-ECE7-44B0-A545-1755600B52DF}" srcOrd="3" destOrd="0" presId="urn:microsoft.com/office/officeart/2018/2/layout/IconCircleList"/>
    <dgm:cxn modelId="{F205EC4C-9DBE-42E0-ACCA-B7CC167D5A2D}" type="presParOf" srcId="{74EB98C5-B612-43D7-8361-BB63EC8B97EE}" destId="{DCC88617-0B81-4A8A-BBF8-4E3372C3A167}" srcOrd="3" destOrd="0" presId="urn:microsoft.com/office/officeart/2018/2/layout/IconCircleList"/>
    <dgm:cxn modelId="{CC8E53A6-C612-45DB-9BF3-0F2C2451A732}" type="presParOf" srcId="{74EB98C5-B612-43D7-8361-BB63EC8B97EE}" destId="{35B60A09-7262-4844-8D77-F371405CE5AD}" srcOrd="4" destOrd="0" presId="urn:microsoft.com/office/officeart/2018/2/layout/IconCircleList"/>
    <dgm:cxn modelId="{08F228C7-9471-4E73-A09E-8AFAA790CDAD}" type="presParOf" srcId="{35B60A09-7262-4844-8D77-F371405CE5AD}" destId="{10BF756A-EB26-4DAF-9C20-31612403F3F8}" srcOrd="0" destOrd="0" presId="urn:microsoft.com/office/officeart/2018/2/layout/IconCircleList"/>
    <dgm:cxn modelId="{D29783CF-D046-4084-83D2-09F9CC36D80F}" type="presParOf" srcId="{35B60A09-7262-4844-8D77-F371405CE5AD}" destId="{CA0C79E4-D647-463A-AB2A-D3F5D98D8E53}" srcOrd="1" destOrd="0" presId="urn:microsoft.com/office/officeart/2018/2/layout/IconCircleList"/>
    <dgm:cxn modelId="{26E083C6-39F9-4449-8533-A2269C0D9DFE}" type="presParOf" srcId="{35B60A09-7262-4844-8D77-F371405CE5AD}" destId="{F8052AAC-7E3C-4D3A-A248-CDB1CBCB906D}" srcOrd="2" destOrd="0" presId="urn:microsoft.com/office/officeart/2018/2/layout/IconCircleList"/>
    <dgm:cxn modelId="{04232AEA-F516-4703-851E-783D83AEB4C0}" type="presParOf" srcId="{35B60A09-7262-4844-8D77-F371405CE5AD}" destId="{7E1DC6E8-12BE-4E48-8601-A0D143F497E7}" srcOrd="3" destOrd="0" presId="urn:microsoft.com/office/officeart/2018/2/layout/IconCircleList"/>
    <dgm:cxn modelId="{67E2076C-3BA7-4F6A-9AA1-8737FFFF5E2F}" type="presParOf" srcId="{74EB98C5-B612-43D7-8361-BB63EC8B97EE}" destId="{7D4EBF05-B9EA-4C06-9B9F-74B9E22D14C5}" srcOrd="5" destOrd="0" presId="urn:microsoft.com/office/officeart/2018/2/layout/IconCircleList"/>
    <dgm:cxn modelId="{220F1092-B294-499F-80C1-47D0D437DB87}" type="presParOf" srcId="{74EB98C5-B612-43D7-8361-BB63EC8B97EE}" destId="{38DBC1EC-93B7-4DE7-B3AE-2A0E8C27CA04}" srcOrd="6" destOrd="0" presId="urn:microsoft.com/office/officeart/2018/2/layout/IconCircleList"/>
    <dgm:cxn modelId="{E248B928-56EA-4AA9-99EA-0D26446A23E5}" type="presParOf" srcId="{38DBC1EC-93B7-4DE7-B3AE-2A0E8C27CA04}" destId="{FAED2B3C-C523-477E-A32F-2D8EB3D3955A}" srcOrd="0" destOrd="0" presId="urn:microsoft.com/office/officeart/2018/2/layout/IconCircleList"/>
    <dgm:cxn modelId="{1BC6DF55-845A-460A-BE98-15B6BDBF7D40}" type="presParOf" srcId="{38DBC1EC-93B7-4DE7-B3AE-2A0E8C27CA04}" destId="{7D46D777-D180-4821-8C24-EC982DBBB3A6}" srcOrd="1" destOrd="0" presId="urn:microsoft.com/office/officeart/2018/2/layout/IconCircleList"/>
    <dgm:cxn modelId="{C67953E8-4600-4EDB-B630-DA986CF8FC51}" type="presParOf" srcId="{38DBC1EC-93B7-4DE7-B3AE-2A0E8C27CA04}" destId="{09D2A161-30F8-46E0-8CA7-1FC4A56DE08A}" srcOrd="2" destOrd="0" presId="urn:microsoft.com/office/officeart/2018/2/layout/IconCircleList"/>
    <dgm:cxn modelId="{5F05F6D9-E4C5-4557-8BE6-64BD1740B97E}" type="presParOf" srcId="{38DBC1EC-93B7-4DE7-B3AE-2A0E8C27CA04}" destId="{70555D31-1E6B-4132-8CC1-51AFC33FDF06}" srcOrd="3" destOrd="0" presId="urn:microsoft.com/office/officeart/2018/2/layout/IconCircleList"/>
    <dgm:cxn modelId="{C28D2C53-EDDF-4BEB-9EE3-8FDCF5093987}" type="presParOf" srcId="{74EB98C5-B612-43D7-8361-BB63EC8B97EE}" destId="{159072C5-0EE2-46AF-B6FC-83E38F0ACE42}" srcOrd="7" destOrd="0" presId="urn:microsoft.com/office/officeart/2018/2/layout/IconCircleList"/>
    <dgm:cxn modelId="{C7219C9D-F6BE-4205-8AB8-CCDF745B4788}" type="presParOf" srcId="{74EB98C5-B612-43D7-8361-BB63EC8B97EE}" destId="{96D8AA97-F393-4D21-95B8-B93F5EAD32C5}" srcOrd="8" destOrd="0" presId="urn:microsoft.com/office/officeart/2018/2/layout/IconCircleList"/>
    <dgm:cxn modelId="{915E1D5A-505C-4EC7-B036-4EC4A78BD072}" type="presParOf" srcId="{96D8AA97-F393-4D21-95B8-B93F5EAD32C5}" destId="{E1F83270-1ABC-4BE1-9C24-E8A627C3BBB6}" srcOrd="0" destOrd="0" presId="urn:microsoft.com/office/officeart/2018/2/layout/IconCircleList"/>
    <dgm:cxn modelId="{28F81A94-5E0D-4924-AB48-38FE31D47206}" type="presParOf" srcId="{96D8AA97-F393-4D21-95B8-B93F5EAD32C5}" destId="{DC6772AE-32C7-4F57-A711-022282B45C11}" srcOrd="1" destOrd="0" presId="urn:microsoft.com/office/officeart/2018/2/layout/IconCircleList"/>
    <dgm:cxn modelId="{C469826F-BFA5-415D-8A10-4EED1FC56ACB}" type="presParOf" srcId="{96D8AA97-F393-4D21-95B8-B93F5EAD32C5}" destId="{A1E27115-2F83-4072-9CEA-28B6E4FCDC25}" srcOrd="2" destOrd="0" presId="urn:microsoft.com/office/officeart/2018/2/layout/IconCircleList"/>
    <dgm:cxn modelId="{D6394962-8AD7-48B0-9F87-D2A0E30422C5}" type="presParOf" srcId="{96D8AA97-F393-4D21-95B8-B93F5EAD32C5}" destId="{73820F85-1595-49CC-8A7F-F24005D623A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3430E7-25F8-4ADF-A4BE-2ABA6EF6904C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3E029A1E-7DB2-415E-B1F2-E225BCE5274A}">
      <dgm:prSet/>
      <dgm:spPr/>
      <dgm:t>
        <a:bodyPr/>
        <a:lstStyle/>
        <a:p>
          <a:r>
            <a:rPr lang="en-US"/>
            <a:t>There are about 800 alumni in NH</a:t>
          </a:r>
        </a:p>
      </dgm:t>
    </dgm:pt>
    <dgm:pt modelId="{AA34635F-637A-4742-809E-F01C61FAC4C1}" type="parTrans" cxnId="{AA5B264D-356E-4CEF-B371-301295C860FF}">
      <dgm:prSet/>
      <dgm:spPr/>
      <dgm:t>
        <a:bodyPr/>
        <a:lstStyle/>
        <a:p>
          <a:endParaRPr lang="en-US"/>
        </a:p>
      </dgm:t>
    </dgm:pt>
    <dgm:pt modelId="{A15F95E8-E045-46D1-895A-2A7E0CF862B0}" type="sibTrans" cxnId="{AA5B264D-356E-4CEF-B371-301295C860FF}">
      <dgm:prSet/>
      <dgm:spPr/>
      <dgm:t>
        <a:bodyPr/>
        <a:lstStyle/>
        <a:p>
          <a:endParaRPr lang="en-US"/>
        </a:p>
      </dgm:t>
    </dgm:pt>
    <dgm:pt modelId="{4738A8D7-F888-4E8A-A0AF-FFF3080A8CCF}">
      <dgm:prSet/>
      <dgm:spPr/>
      <dgm:t>
        <a:bodyPr/>
        <a:lstStyle/>
        <a:p>
          <a:r>
            <a:rPr lang="en-US" dirty="0"/>
            <a:t>A little under 50% of alumni in NH live in Manchester, Nashua, and Salem</a:t>
          </a:r>
        </a:p>
      </dgm:t>
    </dgm:pt>
    <dgm:pt modelId="{FE02A1A3-5AAA-4F15-981B-D9978CFD754C}" type="parTrans" cxnId="{CE80E223-E19A-4BE3-A6D7-2806CD2FCB01}">
      <dgm:prSet/>
      <dgm:spPr/>
      <dgm:t>
        <a:bodyPr/>
        <a:lstStyle/>
        <a:p>
          <a:endParaRPr lang="en-US"/>
        </a:p>
      </dgm:t>
    </dgm:pt>
    <dgm:pt modelId="{015DB860-8D5B-4FF6-B8B6-85476B0D3DE4}" type="sibTrans" cxnId="{CE80E223-E19A-4BE3-A6D7-2806CD2FCB01}">
      <dgm:prSet/>
      <dgm:spPr/>
      <dgm:t>
        <a:bodyPr/>
        <a:lstStyle/>
        <a:p>
          <a:endParaRPr lang="en-US"/>
        </a:p>
      </dgm:t>
    </dgm:pt>
    <dgm:pt modelId="{36B7980B-A578-4C55-98A0-165B1725D66C}">
      <dgm:prSet/>
      <dgm:spPr/>
      <dgm:t>
        <a:bodyPr/>
        <a:lstStyle/>
        <a:p>
          <a:r>
            <a:rPr lang="en-US"/>
            <a:t>A little over 50% of alumni in NH in Manchester, Nashua, and Salem have a major within the School of Humanities and Social Sciences</a:t>
          </a:r>
        </a:p>
      </dgm:t>
    </dgm:pt>
    <dgm:pt modelId="{AA0F5D52-77E1-4E23-9C01-5BDBFE41DE64}" type="parTrans" cxnId="{ED58BC40-D20E-4010-B70A-9E4DF3136157}">
      <dgm:prSet/>
      <dgm:spPr/>
      <dgm:t>
        <a:bodyPr/>
        <a:lstStyle/>
        <a:p>
          <a:endParaRPr lang="en-US"/>
        </a:p>
      </dgm:t>
    </dgm:pt>
    <dgm:pt modelId="{D04EFB55-FA1F-4ECE-8FFD-964C8E4FAB1D}" type="sibTrans" cxnId="{ED58BC40-D20E-4010-B70A-9E4DF3136157}">
      <dgm:prSet/>
      <dgm:spPr/>
      <dgm:t>
        <a:bodyPr/>
        <a:lstStyle/>
        <a:p>
          <a:endParaRPr lang="en-US"/>
        </a:p>
      </dgm:t>
    </dgm:pt>
    <dgm:pt modelId="{665DE986-1C2F-4B29-93C0-8D18C01AF7B6}" type="pres">
      <dgm:prSet presAssocID="{5C3430E7-25F8-4ADF-A4BE-2ABA6EF6904C}" presName="vert0" presStyleCnt="0">
        <dgm:presLayoutVars>
          <dgm:dir/>
          <dgm:animOne val="branch"/>
          <dgm:animLvl val="lvl"/>
        </dgm:presLayoutVars>
      </dgm:prSet>
      <dgm:spPr/>
    </dgm:pt>
    <dgm:pt modelId="{0B888BAC-705F-4577-893F-F8766CEEBA71}" type="pres">
      <dgm:prSet presAssocID="{3E029A1E-7DB2-415E-B1F2-E225BCE5274A}" presName="thickLine" presStyleLbl="alignNode1" presStyleIdx="0" presStyleCnt="3"/>
      <dgm:spPr/>
    </dgm:pt>
    <dgm:pt modelId="{C1699E33-2245-4F21-AD93-D1612AE9A251}" type="pres">
      <dgm:prSet presAssocID="{3E029A1E-7DB2-415E-B1F2-E225BCE5274A}" presName="horz1" presStyleCnt="0"/>
      <dgm:spPr/>
    </dgm:pt>
    <dgm:pt modelId="{F6728036-029F-4DAB-A061-3070AF8F798A}" type="pres">
      <dgm:prSet presAssocID="{3E029A1E-7DB2-415E-B1F2-E225BCE5274A}" presName="tx1" presStyleLbl="revTx" presStyleIdx="0" presStyleCnt="3"/>
      <dgm:spPr/>
    </dgm:pt>
    <dgm:pt modelId="{647D5601-A7B6-4D9C-B6D8-88A2F573956E}" type="pres">
      <dgm:prSet presAssocID="{3E029A1E-7DB2-415E-B1F2-E225BCE5274A}" presName="vert1" presStyleCnt="0"/>
      <dgm:spPr/>
    </dgm:pt>
    <dgm:pt modelId="{FE8C60F5-2D4B-4DB9-BC76-65F80E742872}" type="pres">
      <dgm:prSet presAssocID="{4738A8D7-F888-4E8A-A0AF-FFF3080A8CCF}" presName="thickLine" presStyleLbl="alignNode1" presStyleIdx="1" presStyleCnt="3"/>
      <dgm:spPr/>
    </dgm:pt>
    <dgm:pt modelId="{164DF1E9-6FE6-4CB3-A79A-9D7C4D57324E}" type="pres">
      <dgm:prSet presAssocID="{4738A8D7-F888-4E8A-A0AF-FFF3080A8CCF}" presName="horz1" presStyleCnt="0"/>
      <dgm:spPr/>
    </dgm:pt>
    <dgm:pt modelId="{FAF8C0A0-DCA4-447D-972D-3E58C7A15C3E}" type="pres">
      <dgm:prSet presAssocID="{4738A8D7-F888-4E8A-A0AF-FFF3080A8CCF}" presName="tx1" presStyleLbl="revTx" presStyleIdx="1" presStyleCnt="3"/>
      <dgm:spPr/>
    </dgm:pt>
    <dgm:pt modelId="{9AAFC35C-4A20-48BF-9943-56940CB3DB83}" type="pres">
      <dgm:prSet presAssocID="{4738A8D7-F888-4E8A-A0AF-FFF3080A8CCF}" presName="vert1" presStyleCnt="0"/>
      <dgm:spPr/>
    </dgm:pt>
    <dgm:pt modelId="{CBE0A9E1-7043-4908-BB7C-31AEEA51941F}" type="pres">
      <dgm:prSet presAssocID="{36B7980B-A578-4C55-98A0-165B1725D66C}" presName="thickLine" presStyleLbl="alignNode1" presStyleIdx="2" presStyleCnt="3"/>
      <dgm:spPr/>
    </dgm:pt>
    <dgm:pt modelId="{6555CEB6-C6DB-4155-887F-2946577B74DE}" type="pres">
      <dgm:prSet presAssocID="{36B7980B-A578-4C55-98A0-165B1725D66C}" presName="horz1" presStyleCnt="0"/>
      <dgm:spPr/>
    </dgm:pt>
    <dgm:pt modelId="{59F0BD45-0B6C-454A-9732-EB116B52CA44}" type="pres">
      <dgm:prSet presAssocID="{36B7980B-A578-4C55-98A0-165B1725D66C}" presName="tx1" presStyleLbl="revTx" presStyleIdx="2" presStyleCnt="3"/>
      <dgm:spPr/>
    </dgm:pt>
    <dgm:pt modelId="{4C8BDC9C-9828-45A8-BFEB-073D861E8AA5}" type="pres">
      <dgm:prSet presAssocID="{36B7980B-A578-4C55-98A0-165B1725D66C}" presName="vert1" presStyleCnt="0"/>
      <dgm:spPr/>
    </dgm:pt>
  </dgm:ptLst>
  <dgm:cxnLst>
    <dgm:cxn modelId="{CE80E223-E19A-4BE3-A6D7-2806CD2FCB01}" srcId="{5C3430E7-25F8-4ADF-A4BE-2ABA6EF6904C}" destId="{4738A8D7-F888-4E8A-A0AF-FFF3080A8CCF}" srcOrd="1" destOrd="0" parTransId="{FE02A1A3-5AAA-4F15-981B-D9978CFD754C}" sibTransId="{015DB860-8D5B-4FF6-B8B6-85476B0D3DE4}"/>
    <dgm:cxn modelId="{ED58BC40-D20E-4010-B70A-9E4DF3136157}" srcId="{5C3430E7-25F8-4ADF-A4BE-2ABA6EF6904C}" destId="{36B7980B-A578-4C55-98A0-165B1725D66C}" srcOrd="2" destOrd="0" parTransId="{AA0F5D52-77E1-4E23-9C01-5BDBFE41DE64}" sibTransId="{D04EFB55-FA1F-4ECE-8FFD-964C8E4FAB1D}"/>
    <dgm:cxn modelId="{8E0C3364-355A-449E-ACF2-7815DDD0D851}" type="presOf" srcId="{36B7980B-A578-4C55-98A0-165B1725D66C}" destId="{59F0BD45-0B6C-454A-9732-EB116B52CA44}" srcOrd="0" destOrd="0" presId="urn:microsoft.com/office/officeart/2008/layout/LinedList"/>
    <dgm:cxn modelId="{AA5B264D-356E-4CEF-B371-301295C860FF}" srcId="{5C3430E7-25F8-4ADF-A4BE-2ABA6EF6904C}" destId="{3E029A1E-7DB2-415E-B1F2-E225BCE5274A}" srcOrd="0" destOrd="0" parTransId="{AA34635F-637A-4742-809E-F01C61FAC4C1}" sibTransId="{A15F95E8-E045-46D1-895A-2A7E0CF862B0}"/>
    <dgm:cxn modelId="{75C7F94F-5EF4-41DE-B0DA-446A31BA5C0B}" type="presOf" srcId="{5C3430E7-25F8-4ADF-A4BE-2ABA6EF6904C}" destId="{665DE986-1C2F-4B29-93C0-8D18C01AF7B6}" srcOrd="0" destOrd="0" presId="urn:microsoft.com/office/officeart/2008/layout/LinedList"/>
    <dgm:cxn modelId="{1B25BE78-FDCB-41D5-A1DD-EBE2917F0E83}" type="presOf" srcId="{3E029A1E-7DB2-415E-B1F2-E225BCE5274A}" destId="{F6728036-029F-4DAB-A061-3070AF8F798A}" srcOrd="0" destOrd="0" presId="urn:microsoft.com/office/officeart/2008/layout/LinedList"/>
    <dgm:cxn modelId="{E54E39E8-C8A4-41C9-808B-C83D4837D158}" type="presOf" srcId="{4738A8D7-F888-4E8A-A0AF-FFF3080A8CCF}" destId="{FAF8C0A0-DCA4-447D-972D-3E58C7A15C3E}" srcOrd="0" destOrd="0" presId="urn:microsoft.com/office/officeart/2008/layout/LinedList"/>
    <dgm:cxn modelId="{2DF8C504-90F6-48B2-89FD-7E7D0D0E32EA}" type="presParOf" srcId="{665DE986-1C2F-4B29-93C0-8D18C01AF7B6}" destId="{0B888BAC-705F-4577-893F-F8766CEEBA71}" srcOrd="0" destOrd="0" presId="urn:microsoft.com/office/officeart/2008/layout/LinedList"/>
    <dgm:cxn modelId="{89053D43-B17B-44CD-A734-31C15118657A}" type="presParOf" srcId="{665DE986-1C2F-4B29-93C0-8D18C01AF7B6}" destId="{C1699E33-2245-4F21-AD93-D1612AE9A251}" srcOrd="1" destOrd="0" presId="urn:microsoft.com/office/officeart/2008/layout/LinedList"/>
    <dgm:cxn modelId="{28632942-AC8F-4ADB-ADE0-1226B622BE14}" type="presParOf" srcId="{C1699E33-2245-4F21-AD93-D1612AE9A251}" destId="{F6728036-029F-4DAB-A061-3070AF8F798A}" srcOrd="0" destOrd="0" presId="urn:microsoft.com/office/officeart/2008/layout/LinedList"/>
    <dgm:cxn modelId="{DE4CA2F8-1F43-4A2E-B576-63680A8454DC}" type="presParOf" srcId="{C1699E33-2245-4F21-AD93-D1612AE9A251}" destId="{647D5601-A7B6-4D9C-B6D8-88A2F573956E}" srcOrd="1" destOrd="0" presId="urn:microsoft.com/office/officeart/2008/layout/LinedList"/>
    <dgm:cxn modelId="{6B9D59F9-9CF6-4F6C-95EA-6C11F3410128}" type="presParOf" srcId="{665DE986-1C2F-4B29-93C0-8D18C01AF7B6}" destId="{FE8C60F5-2D4B-4DB9-BC76-65F80E742872}" srcOrd="2" destOrd="0" presId="urn:microsoft.com/office/officeart/2008/layout/LinedList"/>
    <dgm:cxn modelId="{9DFDD43B-CEBF-4BC8-BDEA-FE1791130D07}" type="presParOf" srcId="{665DE986-1C2F-4B29-93C0-8D18C01AF7B6}" destId="{164DF1E9-6FE6-4CB3-A79A-9D7C4D57324E}" srcOrd="3" destOrd="0" presId="urn:microsoft.com/office/officeart/2008/layout/LinedList"/>
    <dgm:cxn modelId="{033FB25B-45A0-4F0F-A4A7-F0D2145105E3}" type="presParOf" srcId="{164DF1E9-6FE6-4CB3-A79A-9D7C4D57324E}" destId="{FAF8C0A0-DCA4-447D-972D-3E58C7A15C3E}" srcOrd="0" destOrd="0" presId="urn:microsoft.com/office/officeart/2008/layout/LinedList"/>
    <dgm:cxn modelId="{CF853FE7-13E0-4B23-ACF3-9022A17C7FBF}" type="presParOf" srcId="{164DF1E9-6FE6-4CB3-A79A-9D7C4D57324E}" destId="{9AAFC35C-4A20-48BF-9943-56940CB3DB83}" srcOrd="1" destOrd="0" presId="urn:microsoft.com/office/officeart/2008/layout/LinedList"/>
    <dgm:cxn modelId="{758A7418-E202-48E0-990F-3B2D57AF3429}" type="presParOf" srcId="{665DE986-1C2F-4B29-93C0-8D18C01AF7B6}" destId="{CBE0A9E1-7043-4908-BB7C-31AEEA51941F}" srcOrd="4" destOrd="0" presId="urn:microsoft.com/office/officeart/2008/layout/LinedList"/>
    <dgm:cxn modelId="{BECBD733-3ADD-4F12-A40A-1C354499D0C2}" type="presParOf" srcId="{665DE986-1C2F-4B29-93C0-8D18C01AF7B6}" destId="{6555CEB6-C6DB-4155-887F-2946577B74DE}" srcOrd="5" destOrd="0" presId="urn:microsoft.com/office/officeart/2008/layout/LinedList"/>
    <dgm:cxn modelId="{433ED845-8631-4A27-BD8B-EAD342578E04}" type="presParOf" srcId="{6555CEB6-C6DB-4155-887F-2946577B74DE}" destId="{59F0BD45-0B6C-454A-9732-EB116B52CA44}" srcOrd="0" destOrd="0" presId="urn:microsoft.com/office/officeart/2008/layout/LinedList"/>
    <dgm:cxn modelId="{5ADD20B1-8D99-4558-AE8B-01D7D644FB2E}" type="presParOf" srcId="{6555CEB6-C6DB-4155-887F-2946577B74DE}" destId="{4C8BDC9C-9828-45A8-BFEB-073D861E8A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8B4BB-F974-4D8B-87A0-441B96CEC087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96A79-6AB7-4213-90DB-2F3514741C60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ABB6C-2C8F-4B7F-B5DD-AD7BFA0630CF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Which states are the most alumni located in?</a:t>
          </a:r>
        </a:p>
      </dsp:txBody>
      <dsp:txXfrm>
        <a:off x="1507738" y="707092"/>
        <a:ext cx="9007861" cy="1305401"/>
      </dsp:txXfrm>
    </dsp:sp>
    <dsp:sp modelId="{9EE87879-17B0-43B4-B2E6-5E99AFEA322F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41E5D0-AF71-4FC3-B648-DB8296D63A49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F8BF9-4CE6-43B7-9751-79AC03A3FF00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Where would it be best to hold future alumni events?</a:t>
          </a:r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325C7-B16D-41D5-B93F-1AFED9DD30F5}">
      <dsp:nvSpPr>
        <dsp:cNvPr id="0" name=""/>
        <dsp:cNvSpPr/>
      </dsp:nvSpPr>
      <dsp:spPr>
        <a:xfrm>
          <a:off x="0" y="449"/>
          <a:ext cx="9724031" cy="1052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30665-DE64-4B97-94ED-C1FDF0D67F47}">
      <dsp:nvSpPr>
        <dsp:cNvPr id="0" name=""/>
        <dsp:cNvSpPr/>
      </dsp:nvSpPr>
      <dsp:spPr>
        <a:xfrm>
          <a:off x="318269" y="237179"/>
          <a:ext cx="578672" cy="5786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238A4-F538-459C-B0BF-8EC96F4FFAC9}">
      <dsp:nvSpPr>
        <dsp:cNvPr id="0" name=""/>
        <dsp:cNvSpPr/>
      </dsp:nvSpPr>
      <dsp:spPr>
        <a:xfrm>
          <a:off x="1215211" y="449"/>
          <a:ext cx="8508819" cy="1052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51" tIns="111351" rIns="111351" bIns="1113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includes alumni location, graduation year, and state distribution.</a:t>
          </a:r>
        </a:p>
      </dsp:txBody>
      <dsp:txXfrm>
        <a:off x="1215211" y="449"/>
        <a:ext cx="8508819" cy="1052131"/>
      </dsp:txXfrm>
    </dsp:sp>
    <dsp:sp modelId="{AC04F79E-0A6D-4F4D-9875-F61349B263A6}">
      <dsp:nvSpPr>
        <dsp:cNvPr id="0" name=""/>
        <dsp:cNvSpPr/>
      </dsp:nvSpPr>
      <dsp:spPr>
        <a:xfrm>
          <a:off x="0" y="1315613"/>
          <a:ext cx="9724031" cy="1052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9C1CA-CF01-4FA5-BAE2-A3354DFB4FE4}">
      <dsp:nvSpPr>
        <dsp:cNvPr id="0" name=""/>
        <dsp:cNvSpPr/>
      </dsp:nvSpPr>
      <dsp:spPr>
        <a:xfrm>
          <a:off x="318269" y="1552342"/>
          <a:ext cx="578672" cy="5786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3E67D-4FE9-40D3-9ED2-363A758E5CDF}">
      <dsp:nvSpPr>
        <dsp:cNvPr id="0" name=""/>
        <dsp:cNvSpPr/>
      </dsp:nvSpPr>
      <dsp:spPr>
        <a:xfrm>
          <a:off x="1215211" y="1315613"/>
          <a:ext cx="8508819" cy="1052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51" tIns="111351" rIns="111351" bIns="1113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records: ~16,000.</a:t>
          </a:r>
        </a:p>
      </dsp:txBody>
      <dsp:txXfrm>
        <a:off x="1215211" y="1315613"/>
        <a:ext cx="8508819" cy="1052131"/>
      </dsp:txXfrm>
    </dsp:sp>
    <dsp:sp modelId="{0B45D5F9-A633-41A0-86F2-8CF4CE18593C}">
      <dsp:nvSpPr>
        <dsp:cNvPr id="0" name=""/>
        <dsp:cNvSpPr/>
      </dsp:nvSpPr>
      <dsp:spPr>
        <a:xfrm>
          <a:off x="0" y="2630777"/>
          <a:ext cx="9724031" cy="1052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8B1EDE-F96E-476C-8154-B0C940B79C6F}">
      <dsp:nvSpPr>
        <dsp:cNvPr id="0" name=""/>
        <dsp:cNvSpPr/>
      </dsp:nvSpPr>
      <dsp:spPr>
        <a:xfrm>
          <a:off x="318269" y="2867506"/>
          <a:ext cx="578672" cy="5786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97EC2-F74D-44EE-B7D8-2D70E050C258}">
      <dsp:nvSpPr>
        <dsp:cNvPr id="0" name=""/>
        <dsp:cNvSpPr/>
      </dsp:nvSpPr>
      <dsp:spPr>
        <a:xfrm>
          <a:off x="1215211" y="2630777"/>
          <a:ext cx="8508819" cy="1052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51" tIns="111351" rIns="111351" bIns="1113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Focus: Geographic clustering of alumni.</a:t>
          </a:r>
        </a:p>
      </dsp:txBody>
      <dsp:txXfrm>
        <a:off x="1215211" y="2630777"/>
        <a:ext cx="8508819" cy="10521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16BC4-D8A9-435D-AAFF-4F2104AA9DA6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04141-1FB5-44E2-8975-5B711DE58CA7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24334-A149-4300-86BC-31F36FD6B7AD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 Programming</a:t>
          </a:r>
        </a:p>
      </dsp:txBody>
      <dsp:txXfrm>
        <a:off x="1312541" y="828340"/>
        <a:ext cx="2148945" cy="911674"/>
      </dsp:txXfrm>
    </dsp:sp>
    <dsp:sp modelId="{CC1CA031-BFEC-4669-B4A8-4DD82E23AE09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82E5F-19A8-4D30-8E9A-4D67BF5083DB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61933-ECE7-44B0-A545-1755600B52DF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Data Cleaning</a:t>
          </a:r>
        </a:p>
      </dsp:txBody>
      <dsp:txXfrm>
        <a:off x="4942957" y="828340"/>
        <a:ext cx="2148945" cy="911674"/>
      </dsp:txXfrm>
    </dsp:sp>
    <dsp:sp modelId="{10BF756A-EB26-4DAF-9C20-31612403F3F8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C79E4-D647-463A-AB2A-D3F5D98D8E5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DC6E8-12BE-4E48-8601-A0D143F497E7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Choropleth Maps</a:t>
          </a:r>
        </a:p>
      </dsp:txBody>
      <dsp:txXfrm>
        <a:off x="8573374" y="828340"/>
        <a:ext cx="2148945" cy="911674"/>
      </dsp:txXfrm>
    </dsp:sp>
    <dsp:sp modelId="{FAED2B3C-C523-477E-A32F-2D8EB3D3955A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6D777-D180-4821-8C24-EC982DBBB3A6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55D31-1E6B-4132-8CC1-51AFC33FDF06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Distribution Analysis</a:t>
          </a:r>
        </a:p>
      </dsp:txBody>
      <dsp:txXfrm>
        <a:off x="1312541" y="2452790"/>
        <a:ext cx="2148945" cy="911674"/>
      </dsp:txXfrm>
    </dsp:sp>
    <dsp:sp modelId="{E1F83270-1ABC-4BE1-9C24-E8A627C3BBB6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772AE-32C7-4F57-A711-022282B45C11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20F85-1595-49CC-8A7F-F24005D623AE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Exploratory Data Analysis (EDA)</a:t>
          </a:r>
        </a:p>
      </dsp:txBody>
      <dsp:txXfrm>
        <a:off x="4942957" y="2452790"/>
        <a:ext cx="2148945" cy="9116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88BAC-705F-4577-893F-F8766CEEBA71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28036-029F-4DAB-A061-3070AF8F798A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There are about 800 alumni in NH</a:t>
          </a:r>
        </a:p>
      </dsp:txBody>
      <dsp:txXfrm>
        <a:off x="0" y="2124"/>
        <a:ext cx="10515600" cy="1449029"/>
      </dsp:txXfrm>
    </dsp:sp>
    <dsp:sp modelId="{FE8C60F5-2D4B-4DB9-BC76-65F80E742872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8C0A0-DCA4-447D-972D-3E58C7A15C3E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 little under 50% of alumni in NH live in Manchester, Nashua, and Salem</a:t>
          </a:r>
        </a:p>
      </dsp:txBody>
      <dsp:txXfrm>
        <a:off x="0" y="1451154"/>
        <a:ext cx="10515600" cy="1449029"/>
      </dsp:txXfrm>
    </dsp:sp>
    <dsp:sp modelId="{CBE0A9E1-7043-4908-BB7C-31AEEA51941F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0BD45-0B6C-454A-9732-EB116B52CA44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 little over 50% of alumni in NH in Manchester, Nashua, and Salem have a major within the School of Humanities and Social Sciences</a:t>
          </a:r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59FDC-BC72-425B-8D0E-9A340C4EE0E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7DEA4-1C87-4A19-9E4C-F8FEB231B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5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7DEA4-1C87-4A19-9E4C-F8FEB231B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8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03" y="1640495"/>
            <a:ext cx="10640754" cy="136686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ALUMNI DATA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4121" y="3489852"/>
            <a:ext cx="9163757" cy="2484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Anisa Koni (konia@emmanuel.edu)</a:t>
            </a:r>
          </a:p>
          <a:p>
            <a:r>
              <a:rPr lang="en-US" dirty="0">
                <a:solidFill>
                  <a:schemeClr val="tx2"/>
                </a:solidFill>
              </a:rPr>
              <a:t>Lena Karaguesian(karaguesianl@emmanuel.edu)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-Under the guidance of Professor. Aishwariya Elangovan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Untitled">
            <a:extLst>
              <a:ext uri="{FF2B5EF4-FFF2-40B4-BE49-F238E27FC236}">
                <a16:creationId xmlns:a16="http://schemas.microsoft.com/office/drawing/2014/main" id="{8C85EB8D-7693-1603-64E8-4E980243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6015" y="302376"/>
            <a:ext cx="5247585" cy="167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281D-F6D3-616D-C810-1D698AB0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5C99CF-125C-B8E6-8229-3405D347EB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580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12174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Analyze alumni distribution across the U.S. to identify optimal locations for future alumni events using R-based data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90422D1-4EF4-4F5C-8DB7-40A197D819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Tools &amp; Techniques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30B259-B14D-D512-C4CE-94D29EAE9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3551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3BA6C-F44D-D448-5667-3B55AFDC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Alumni per State Data</a:t>
            </a:r>
          </a:p>
        </p:txBody>
      </p:sp>
      <p:pic>
        <p:nvPicPr>
          <p:cNvPr id="4" name="Content Placeholder 3" descr="A table with numbers and names&#10;&#10;AI-generated content may be incorrect.">
            <a:extLst>
              <a:ext uri="{FF2B5EF4-FFF2-40B4-BE49-F238E27FC236}">
                <a16:creationId xmlns:a16="http://schemas.microsoft.com/office/drawing/2014/main" id="{3EF1C06E-D305-A09D-DA17-A37E430B3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6" r="369" b="45455"/>
          <a:stretch>
            <a:fillRect/>
          </a:stretch>
        </p:blipFill>
        <p:spPr>
          <a:xfrm>
            <a:off x="802555" y="2251316"/>
            <a:ext cx="2247064" cy="3903541"/>
          </a:xfrm>
          <a:prstGeom prst="rect">
            <a:avLst/>
          </a:prstGeom>
        </p:spPr>
      </p:pic>
      <p:pic>
        <p:nvPicPr>
          <p:cNvPr id="7" name="Content Placeholder 3" descr="A table with numbers and names&#10;&#10;AI-generated content may be incorrect.">
            <a:extLst>
              <a:ext uri="{FF2B5EF4-FFF2-40B4-BE49-F238E27FC236}">
                <a16:creationId xmlns:a16="http://schemas.microsoft.com/office/drawing/2014/main" id="{BCD50958-99CB-E090-7828-4E6F27DF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8" t="54342" r="-2182" b="-233"/>
          <a:stretch>
            <a:fillRect/>
          </a:stretch>
        </p:blipFill>
        <p:spPr>
          <a:xfrm>
            <a:off x="3459929" y="2427363"/>
            <a:ext cx="2494544" cy="3551449"/>
          </a:xfrm>
          <a:prstGeom prst="rect">
            <a:avLst/>
          </a:prstGeom>
        </p:spPr>
      </p:pic>
      <p:pic>
        <p:nvPicPr>
          <p:cNvPr id="8" name="Picture 7" descr="A table with numbers and names&#10;&#10;AI-generated content may be incorrect.">
            <a:extLst>
              <a:ext uri="{FF2B5EF4-FFF2-40B4-BE49-F238E27FC236}">
                <a16:creationId xmlns:a16="http://schemas.microsoft.com/office/drawing/2014/main" id="{49E16454-6B17-AD69-4FB0-3E335628F8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361" r="351"/>
          <a:stretch>
            <a:fillRect/>
          </a:stretch>
        </p:blipFill>
        <p:spPr>
          <a:xfrm>
            <a:off x="6239169" y="2568931"/>
            <a:ext cx="2502912" cy="3268313"/>
          </a:xfrm>
          <a:prstGeom prst="rect">
            <a:avLst/>
          </a:prstGeom>
        </p:spPr>
      </p:pic>
      <p:pic>
        <p:nvPicPr>
          <p:cNvPr id="5" name="Picture 4" descr="A table with numbers and names&#10;&#10;AI-generated content may be incorrect.">
            <a:extLst>
              <a:ext uri="{FF2B5EF4-FFF2-40B4-BE49-F238E27FC236}">
                <a16:creationId xmlns:a16="http://schemas.microsoft.com/office/drawing/2014/main" id="{27DB14A2-AB31-2B37-937F-68A1FE16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25" r="351" b="41414"/>
          <a:stretch>
            <a:fillRect/>
          </a:stretch>
        </p:blipFill>
        <p:spPr>
          <a:xfrm>
            <a:off x="9015350" y="2309046"/>
            <a:ext cx="2502910" cy="37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5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20F47-66C2-491A-3294-408281CB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Choropleth Code using R</a:t>
            </a:r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3687AFD-4162-27FB-ABF2-3A314C476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125095"/>
            <a:ext cx="11327549" cy="413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5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074C-ED82-DF82-86C6-05394E75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175"/>
            <a:ext cx="10515600" cy="1325563"/>
          </a:xfrm>
        </p:spPr>
        <p:txBody>
          <a:bodyPr/>
          <a:lstStyle/>
          <a:p>
            <a:r>
              <a:rPr lang="en-US"/>
              <a:t>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8D2E-4B46-DB89-3C39-D40B323D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627"/>
            <a:ext cx="10515600" cy="4519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/>
              <a:t>Load alumni data</a:t>
            </a:r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r>
              <a:rPr lang="en-US" b="1"/>
              <a:t>Gather US map data</a:t>
            </a:r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r>
              <a:rPr lang="en-US" b="1"/>
              <a:t>Join alumni and US map data</a:t>
            </a:r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r>
              <a:rPr lang="en-US" b="1"/>
              <a:t>Plot alumni data on US map</a:t>
            </a:r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5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885145D-376C-3BCB-7B26-FF780B41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88" b="87409"/>
          <a:stretch>
            <a:fillRect/>
          </a:stretch>
        </p:blipFill>
        <p:spPr>
          <a:xfrm>
            <a:off x="2158341" y="1513507"/>
            <a:ext cx="8633365" cy="396005"/>
          </a:xfrm>
          <a:prstGeom prst="rect">
            <a:avLst/>
          </a:prstGeom>
        </p:spPr>
      </p:pic>
      <p:pic>
        <p:nvPicPr>
          <p:cNvPr id="7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EB71772-92CD-F5DD-7CEE-63B0357D2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22" r="-88" b="66586"/>
          <a:stretch>
            <a:fillRect/>
          </a:stretch>
        </p:blipFill>
        <p:spPr>
          <a:xfrm>
            <a:off x="2158341" y="2537490"/>
            <a:ext cx="8732604" cy="766455"/>
          </a:xfrm>
          <a:prstGeom prst="rect">
            <a:avLst/>
          </a:prstGeom>
        </p:spPr>
      </p:pic>
      <p:pic>
        <p:nvPicPr>
          <p:cNvPr id="9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1A2872B-2448-5352-DBEC-EF0C90580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6" t="41990" r="-88" b="38680"/>
          <a:stretch>
            <a:fillRect/>
          </a:stretch>
        </p:blipFill>
        <p:spPr>
          <a:xfrm>
            <a:off x="2155453" y="3897757"/>
            <a:ext cx="8738380" cy="614940"/>
          </a:xfrm>
          <a:prstGeom prst="rect">
            <a:avLst/>
          </a:prstGeom>
        </p:spPr>
      </p:pic>
      <p:pic>
        <p:nvPicPr>
          <p:cNvPr id="11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9A84CDD-160B-95B7-E173-70BE32CE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8" t="62077" r="-88"/>
          <a:stretch>
            <a:fillRect/>
          </a:stretch>
        </p:blipFill>
        <p:spPr>
          <a:xfrm>
            <a:off x="2155453" y="5303498"/>
            <a:ext cx="8740272" cy="120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9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E9BE-AA20-1CEC-73F4-8AEC93B6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Choropleth Map</a:t>
            </a:r>
          </a:p>
        </p:txBody>
      </p:sp>
      <p:pic>
        <p:nvPicPr>
          <p:cNvPr id="6" name="Content Placeholder 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1055135-DD49-75B8-3ED4-2A14FF36E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818" y="1492678"/>
            <a:ext cx="8790363" cy="444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4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C9E12-B64E-5E10-BE9A-CB012800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1" y="33477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Map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17496-79A9-B60D-123E-A8DC9C235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885279"/>
            <a:ext cx="10881361" cy="3225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000" dirty="0"/>
              <a:t>Massachusetts has the highest number of alumni (about 10,000 alumni)</a:t>
            </a:r>
          </a:p>
          <a:p>
            <a:pPr algn="just"/>
            <a:r>
              <a:rPr lang="en-US" sz="2000" dirty="0"/>
              <a:t>The following most populated states are Connecticut and New Hampshire (about 1000 alumni)</a:t>
            </a:r>
          </a:p>
          <a:p>
            <a:pPr algn="just"/>
            <a:r>
              <a:rPr lang="en-US" sz="2000" dirty="0"/>
              <a:t>Other highly populated states are New York, Florida, and California (about 500 alumni)</a:t>
            </a:r>
          </a:p>
          <a:p>
            <a:pPr algn="just"/>
            <a:r>
              <a:rPr lang="en-US" sz="2000" dirty="0"/>
              <a:t>Based on these results, we did an exploratory analysis of alumni in New Hampshire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43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00644-00A1-BAF1-ACD1-3AF4AD48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77" y="127032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Top 5 states where alumni are located</a:t>
            </a:r>
          </a:p>
          <a:p>
            <a:r>
              <a:rPr lang="en-US" sz="2000" dirty="0"/>
              <a:t>Decided to look more into NH since there is a high population of alumni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270BF9-CF6A-7614-81CF-25D781FE1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1280" y="284480"/>
            <a:ext cx="6552185" cy="578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44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6244B-494D-F311-A3C5-9707765E1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17" y="1667715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Looked at the distribution of alumni across cities in NH to see possible locations for an alumni event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9BE8B-8DF2-3D52-04AA-49E068A6A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"/>
          <a:stretch>
            <a:fillRect/>
          </a:stretch>
        </p:blipFill>
        <p:spPr>
          <a:xfrm>
            <a:off x="4480561" y="538481"/>
            <a:ext cx="7408162" cy="54152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94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3EFB-68C6-DC88-8467-D12D5C7D2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59" y="1004952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Looked at the largest cities in NH to see which city would be best to do an alumni event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top 4 largest cities (Manchester, Nashua, Salem, Derry) are the same for the distribution of alumni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BAF875E-C42F-606F-0706-10C99298D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9362" y="487680"/>
            <a:ext cx="6404103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0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5DAD2-8775-89CC-80F8-B2C4D464B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57" y="1323748"/>
            <a:ext cx="401472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Looked at the number of alumni in each school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No school of nursing since there are no nursing majors in NH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15D5F1-0D4F-8E45-AA7D-ED40727D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47040"/>
            <a:ext cx="7858760" cy="5638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7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D55A-BE90-33ED-8B1D-D3AFFEF56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97" y="1758008"/>
            <a:ext cx="37150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Looked at the top 10 cities in MA to see possible locations for an alumni event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DDC84-0F35-E3C0-CA1A-0E75197A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"/>
          <a:stretch>
            <a:fillRect/>
          </a:stretch>
        </p:blipFill>
        <p:spPr>
          <a:xfrm>
            <a:off x="4201667" y="680720"/>
            <a:ext cx="7746493" cy="55436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07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64938-3FE8-D62B-7EDA-1AE2404ED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Results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3F0E05E8-FF11-D792-F5D5-6A30FABD3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6929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159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7BEF2-73C5-9B5D-E61F-056949FF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4C791-738E-46F6-6776-22611FA61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841" y="2590801"/>
            <a:ext cx="10404750" cy="209296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New Hamshire could be a possible location for an alumni event and in one of the top 3 cities which are Manchester, Nashua, and Salem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Since there are many alumni in NH with majors in the School of Humanities and Social Sciences, a targeted alumni event could be held here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345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439</Words>
  <Application>Microsoft Office PowerPoint</Application>
  <PresentationFormat>Widescreen</PresentationFormat>
  <Paragraphs>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ALUMNI DATA PROJECT</vt:lpstr>
      <vt:lpstr>Questions</vt:lpstr>
      <vt:lpstr>Project Objective</vt:lpstr>
      <vt:lpstr>Dataset Overview</vt:lpstr>
      <vt:lpstr>Tools &amp; Techniques</vt:lpstr>
      <vt:lpstr>Alumni per State Data</vt:lpstr>
      <vt:lpstr>Choropleth Code using R</vt:lpstr>
      <vt:lpstr>Steps</vt:lpstr>
      <vt:lpstr>Choropleth Map</vt:lpstr>
      <vt:lpstr>Map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Aishwariya Elangovan</cp:lastModifiedBy>
  <cp:revision>5</cp:revision>
  <dcterms:created xsi:type="dcterms:W3CDTF">2026-04-06T12:27:00Z</dcterms:created>
  <dcterms:modified xsi:type="dcterms:W3CDTF">2026-05-07T17:04:21Z</dcterms:modified>
</cp:coreProperties>
</file>